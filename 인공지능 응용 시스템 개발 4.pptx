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535" r:id="rId4"/>
    <p:sldId id="537" r:id="rId5"/>
    <p:sldId id="538" r:id="rId6"/>
    <p:sldId id="540" r:id="rId7"/>
    <p:sldId id="555" r:id="rId8"/>
    <p:sldId id="541" r:id="rId9"/>
    <p:sldId id="536" r:id="rId10"/>
    <p:sldId id="544" r:id="rId11"/>
    <p:sldId id="542" r:id="rId12"/>
    <p:sldId id="543" r:id="rId13"/>
    <p:sldId id="545" r:id="rId14"/>
    <p:sldId id="546" r:id="rId15"/>
    <p:sldId id="554" r:id="rId16"/>
    <p:sldId id="547" r:id="rId17"/>
    <p:sldId id="548" r:id="rId18"/>
    <p:sldId id="549" r:id="rId19"/>
    <p:sldId id="550" r:id="rId20"/>
    <p:sldId id="552" r:id="rId21"/>
    <p:sldId id="551" r:id="rId22"/>
    <p:sldId id="553" r:id="rId23"/>
    <p:sldId id="556" r:id="rId24"/>
    <p:sldId id="558" r:id="rId25"/>
    <p:sldId id="559" r:id="rId26"/>
    <p:sldId id="560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ECE85B-F8AD-4388-86F4-AB9DD4D24DBE}" v="10" dt="2025-08-21T09:53:47.187"/>
    <p1510:client id="{8DE8D8BA-7A67-DC47-8FEE-8E93E9827C6F}" v="2" dt="2025-08-22T04:52:08.1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708"/>
  </p:normalViewPr>
  <p:slideViewPr>
    <p:cSldViewPr snapToGrid="0">
      <p:cViewPr varScale="1">
        <p:scale>
          <a:sx n="106" d="100"/>
          <a:sy n="106" d="100"/>
        </p:scale>
        <p:origin x="108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293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문지원" userId="2ee9900d-be9a-4888-a81f-bb0d24a4fbce" providerId="ADAL" clId="{F5C76729-D810-501D-8656-9E36EDCFA5E4}"/>
    <pc:docChg chg="undo custSel modSld">
      <pc:chgData name="문지원" userId="2ee9900d-be9a-4888-a81f-bb0d24a4fbce" providerId="ADAL" clId="{F5C76729-D810-501D-8656-9E36EDCFA5E4}" dt="2025-08-22T04:52:42.208" v="64" actId="20577"/>
      <pc:docMkLst>
        <pc:docMk/>
      </pc:docMkLst>
      <pc:sldChg chg="modSp mod">
        <pc:chgData name="문지원" userId="2ee9900d-be9a-4888-a81f-bb0d24a4fbce" providerId="ADAL" clId="{F5C76729-D810-501D-8656-9E36EDCFA5E4}" dt="2025-08-22T04:46:19.788" v="8" actId="20577"/>
        <pc:sldMkLst>
          <pc:docMk/>
          <pc:sldMk cId="3290527513" sldId="542"/>
        </pc:sldMkLst>
        <pc:spChg chg="mod">
          <ac:chgData name="문지원" userId="2ee9900d-be9a-4888-a81f-bb0d24a4fbce" providerId="ADAL" clId="{F5C76729-D810-501D-8656-9E36EDCFA5E4}" dt="2025-08-22T04:46:19.788" v="8" actId="20577"/>
          <ac:spMkLst>
            <pc:docMk/>
            <pc:sldMk cId="3290527513" sldId="542"/>
            <ac:spMk id="3" creationId="{D1056636-267F-05F9-D786-EC7BE107146F}"/>
          </ac:spMkLst>
        </pc:spChg>
      </pc:sldChg>
      <pc:sldChg chg="modSp mod">
        <pc:chgData name="문지원" userId="2ee9900d-be9a-4888-a81f-bb0d24a4fbce" providerId="ADAL" clId="{F5C76729-D810-501D-8656-9E36EDCFA5E4}" dt="2025-08-22T04:49:25.851" v="16" actId="20577"/>
        <pc:sldMkLst>
          <pc:docMk/>
          <pc:sldMk cId="2945277052" sldId="548"/>
        </pc:sldMkLst>
        <pc:spChg chg="mod">
          <ac:chgData name="문지원" userId="2ee9900d-be9a-4888-a81f-bb0d24a4fbce" providerId="ADAL" clId="{F5C76729-D810-501D-8656-9E36EDCFA5E4}" dt="2025-08-22T04:49:25.851" v="16" actId="20577"/>
          <ac:spMkLst>
            <pc:docMk/>
            <pc:sldMk cId="2945277052" sldId="548"/>
            <ac:spMk id="8" creationId="{C0230CC2-AC6B-44D1-D29F-3FD585AFC805}"/>
          </ac:spMkLst>
        </pc:spChg>
      </pc:sldChg>
      <pc:sldChg chg="modSp mod">
        <pc:chgData name="문지원" userId="2ee9900d-be9a-4888-a81f-bb0d24a4fbce" providerId="ADAL" clId="{F5C76729-D810-501D-8656-9E36EDCFA5E4}" dt="2025-08-22T04:50:22.155" v="29" actId="20577"/>
        <pc:sldMkLst>
          <pc:docMk/>
          <pc:sldMk cId="29743687" sldId="549"/>
        </pc:sldMkLst>
        <pc:spChg chg="mod">
          <ac:chgData name="문지원" userId="2ee9900d-be9a-4888-a81f-bb0d24a4fbce" providerId="ADAL" clId="{F5C76729-D810-501D-8656-9E36EDCFA5E4}" dt="2025-08-22T04:50:22.155" v="29" actId="20577"/>
          <ac:spMkLst>
            <pc:docMk/>
            <pc:sldMk cId="29743687" sldId="549"/>
            <ac:spMk id="8" creationId="{192C81BF-5340-23C9-882E-6E3A07BE3AA5}"/>
          </ac:spMkLst>
        </pc:spChg>
      </pc:sldChg>
      <pc:sldChg chg="modSp mod">
        <pc:chgData name="문지원" userId="2ee9900d-be9a-4888-a81f-bb0d24a4fbce" providerId="ADAL" clId="{F5C76729-D810-501D-8656-9E36EDCFA5E4}" dt="2025-08-22T04:52:42.208" v="64" actId="20577"/>
        <pc:sldMkLst>
          <pc:docMk/>
          <pc:sldMk cId="2996722798" sldId="551"/>
        </pc:sldMkLst>
        <pc:spChg chg="mod">
          <ac:chgData name="문지원" userId="2ee9900d-be9a-4888-a81f-bb0d24a4fbce" providerId="ADAL" clId="{F5C76729-D810-501D-8656-9E36EDCFA5E4}" dt="2025-08-22T04:52:42.208" v="64" actId="20577"/>
          <ac:spMkLst>
            <pc:docMk/>
            <pc:sldMk cId="2996722798" sldId="551"/>
            <ac:spMk id="9" creationId="{604A4016-0391-247C-1A5D-4F55028B7F16}"/>
          </ac:spMkLst>
        </pc:spChg>
      </pc:sldChg>
      <pc:sldChg chg="modSp mod">
        <pc:chgData name="문지원" userId="2ee9900d-be9a-4888-a81f-bb0d24a4fbce" providerId="ADAL" clId="{F5C76729-D810-501D-8656-9E36EDCFA5E4}" dt="2025-08-22T04:50:54.348" v="39" actId="20577"/>
        <pc:sldMkLst>
          <pc:docMk/>
          <pc:sldMk cId="1191933399" sldId="552"/>
        </pc:sldMkLst>
        <pc:spChg chg="mod">
          <ac:chgData name="문지원" userId="2ee9900d-be9a-4888-a81f-bb0d24a4fbce" providerId="ADAL" clId="{F5C76729-D810-501D-8656-9E36EDCFA5E4}" dt="2025-08-22T04:50:54.348" v="39" actId="20577"/>
          <ac:spMkLst>
            <pc:docMk/>
            <pc:sldMk cId="1191933399" sldId="552"/>
            <ac:spMk id="9" creationId="{055B8379-E574-2E1A-5FDF-E090041FD22D}"/>
          </ac:spMkLst>
        </pc:spChg>
      </pc:sldChg>
    </pc:docChg>
  </pc:docChgLst>
  <pc:docChgLst>
    <pc:chgData name="문지원" userId="2ee9900d-be9a-4888-a81f-bb0d24a4fbce" providerId="ADAL" clId="{57ECE85B-F8AD-4388-86F4-AB9DD4D24DBE}"/>
    <pc:docChg chg="undo custSel addSld delSld modSld modMainMaster">
      <pc:chgData name="문지원" userId="2ee9900d-be9a-4888-a81f-bb0d24a4fbce" providerId="ADAL" clId="{57ECE85B-F8AD-4388-86F4-AB9DD4D24DBE}" dt="2025-08-21T09:54:47.472" v="58" actId="20577"/>
      <pc:docMkLst>
        <pc:docMk/>
      </pc:docMkLst>
      <pc:sldChg chg="modSp mod">
        <pc:chgData name="문지원" userId="2ee9900d-be9a-4888-a81f-bb0d24a4fbce" providerId="ADAL" clId="{57ECE85B-F8AD-4388-86F4-AB9DD4D24DBE}" dt="2025-08-21T09:52:58.501" v="16" actId="20577"/>
        <pc:sldMkLst>
          <pc:docMk/>
          <pc:sldMk cId="147147073" sldId="475"/>
        </pc:sldMkLst>
        <pc:spChg chg="mod">
          <ac:chgData name="문지원" userId="2ee9900d-be9a-4888-a81f-bb0d24a4fbce" providerId="ADAL" clId="{57ECE85B-F8AD-4388-86F4-AB9DD4D24DBE}" dt="2025-08-21T09:52:58.501" v="16" actId="20577"/>
          <ac:spMkLst>
            <pc:docMk/>
            <pc:sldMk cId="147147073" sldId="475"/>
            <ac:spMk id="7" creationId="{26EB8A94-98F7-46E7-A1D3-14C4B4E87BB4}"/>
          </ac:spMkLst>
        </pc:spChg>
      </pc:sldChg>
      <pc:sldChg chg="modSp add del mod">
        <pc:chgData name="문지원" userId="2ee9900d-be9a-4888-a81f-bb0d24a4fbce" providerId="ADAL" clId="{57ECE85B-F8AD-4388-86F4-AB9DD4D24DBE}" dt="2025-08-21T09:54:15.794" v="40" actId="20577"/>
        <pc:sldMkLst>
          <pc:docMk/>
          <pc:sldMk cId="4269389444" sldId="476"/>
        </pc:sldMkLst>
        <pc:spChg chg="mod">
          <ac:chgData name="문지원" userId="2ee9900d-be9a-4888-a81f-bb0d24a4fbce" providerId="ADAL" clId="{57ECE85B-F8AD-4388-86F4-AB9DD4D24DBE}" dt="2025-08-21T09:53:39.839" v="23"/>
          <ac:spMkLst>
            <pc:docMk/>
            <pc:sldMk cId="4269389444" sldId="476"/>
            <ac:spMk id="2" creationId="{00000000-0000-0000-0000-000000000000}"/>
          </ac:spMkLst>
        </pc:spChg>
        <pc:spChg chg="mod">
          <ac:chgData name="문지원" userId="2ee9900d-be9a-4888-a81f-bb0d24a4fbce" providerId="ADAL" clId="{57ECE85B-F8AD-4388-86F4-AB9DD4D24DBE}" dt="2025-08-21T09:54:15.794" v="40" actId="20577"/>
          <ac:spMkLst>
            <pc:docMk/>
            <pc:sldMk cId="4269389444" sldId="476"/>
            <ac:spMk id="4" creationId="{F6FD1654-AE42-4B78-BB2B-4EC0A57F88C9}"/>
          </ac:spMkLst>
        </pc:spChg>
      </pc:sldChg>
      <pc:sldChg chg="modSp add del mod">
        <pc:chgData name="문지원" userId="2ee9900d-be9a-4888-a81f-bb0d24a4fbce" providerId="ADAL" clId="{57ECE85B-F8AD-4388-86F4-AB9DD4D24DBE}" dt="2025-08-21T09:54:13.481" v="38" actId="20577"/>
        <pc:sldMkLst>
          <pc:docMk/>
          <pc:sldMk cId="1259894370" sldId="477"/>
        </pc:sldMkLst>
        <pc:spChg chg="mod">
          <ac:chgData name="문지원" userId="2ee9900d-be9a-4888-a81f-bb0d24a4fbce" providerId="ADAL" clId="{57ECE85B-F8AD-4388-86F4-AB9DD4D24DBE}" dt="2025-08-21T09:53:40.782" v="24"/>
          <ac:spMkLst>
            <pc:docMk/>
            <pc:sldMk cId="1259894370" sldId="477"/>
            <ac:spMk id="2" creationId="{00000000-0000-0000-0000-000000000000}"/>
          </ac:spMkLst>
        </pc:spChg>
        <pc:spChg chg="mod">
          <ac:chgData name="문지원" userId="2ee9900d-be9a-4888-a81f-bb0d24a4fbce" providerId="ADAL" clId="{57ECE85B-F8AD-4388-86F4-AB9DD4D24DBE}" dt="2025-08-21T09:54:13.481" v="38" actId="20577"/>
          <ac:spMkLst>
            <pc:docMk/>
            <pc:sldMk cId="1259894370" sldId="477"/>
            <ac:spMk id="4" creationId="{F6FD1654-AE42-4B78-BB2B-4EC0A57F88C9}"/>
          </ac:spMkLst>
        </pc:spChg>
      </pc:sldChg>
      <pc:sldChg chg="modSp add del mod">
        <pc:chgData name="문지원" userId="2ee9900d-be9a-4888-a81f-bb0d24a4fbce" providerId="ADAL" clId="{57ECE85B-F8AD-4388-86F4-AB9DD4D24DBE}" dt="2025-08-21T09:54:10.911" v="36" actId="20577"/>
        <pc:sldMkLst>
          <pc:docMk/>
          <pc:sldMk cId="885054259" sldId="478"/>
        </pc:sldMkLst>
        <pc:spChg chg="mod">
          <ac:chgData name="문지원" userId="2ee9900d-be9a-4888-a81f-bb0d24a4fbce" providerId="ADAL" clId="{57ECE85B-F8AD-4388-86F4-AB9DD4D24DBE}" dt="2025-08-21T09:53:41.666" v="25"/>
          <ac:spMkLst>
            <pc:docMk/>
            <pc:sldMk cId="885054259" sldId="478"/>
            <ac:spMk id="2" creationId="{00000000-0000-0000-0000-000000000000}"/>
          </ac:spMkLst>
        </pc:spChg>
        <pc:spChg chg="mod">
          <ac:chgData name="문지원" userId="2ee9900d-be9a-4888-a81f-bb0d24a4fbce" providerId="ADAL" clId="{57ECE85B-F8AD-4388-86F4-AB9DD4D24DBE}" dt="2025-08-21T09:54:10.911" v="36" actId="20577"/>
          <ac:spMkLst>
            <pc:docMk/>
            <pc:sldMk cId="885054259" sldId="478"/>
            <ac:spMk id="4" creationId="{F6FD1654-AE42-4B78-BB2B-4EC0A57F88C9}"/>
          </ac:spMkLst>
        </pc:spChg>
      </pc:sldChg>
      <pc:sldChg chg="modSp add del">
        <pc:chgData name="문지원" userId="2ee9900d-be9a-4888-a81f-bb0d24a4fbce" providerId="ADAL" clId="{57ECE85B-F8AD-4388-86F4-AB9DD4D24DBE}" dt="2025-08-21T09:53:42.604" v="26"/>
        <pc:sldMkLst>
          <pc:docMk/>
          <pc:sldMk cId="3014438127" sldId="479"/>
        </pc:sldMkLst>
        <pc:spChg chg="mod">
          <ac:chgData name="문지원" userId="2ee9900d-be9a-4888-a81f-bb0d24a4fbce" providerId="ADAL" clId="{57ECE85B-F8AD-4388-86F4-AB9DD4D24DBE}" dt="2025-08-21T09:53:42.604" v="26"/>
          <ac:spMkLst>
            <pc:docMk/>
            <pc:sldMk cId="3014438127" sldId="479"/>
            <ac:spMk id="2" creationId="{00000000-0000-0000-0000-000000000000}"/>
          </ac:spMkLst>
        </pc:spChg>
      </pc:sldChg>
      <pc:sldChg chg="modSp add del mod">
        <pc:chgData name="문지원" userId="2ee9900d-be9a-4888-a81f-bb0d24a4fbce" providerId="ADAL" clId="{57ECE85B-F8AD-4388-86F4-AB9DD4D24DBE}" dt="2025-08-21T09:54:02.902" v="34" actId="20577"/>
        <pc:sldMkLst>
          <pc:docMk/>
          <pc:sldMk cId="2570985445" sldId="480"/>
        </pc:sldMkLst>
        <pc:spChg chg="mod">
          <ac:chgData name="문지원" userId="2ee9900d-be9a-4888-a81f-bb0d24a4fbce" providerId="ADAL" clId="{57ECE85B-F8AD-4388-86F4-AB9DD4D24DBE}" dt="2025-08-21T09:53:43.670" v="27"/>
          <ac:spMkLst>
            <pc:docMk/>
            <pc:sldMk cId="2570985445" sldId="480"/>
            <ac:spMk id="2" creationId="{00000000-0000-0000-0000-000000000000}"/>
          </ac:spMkLst>
        </pc:spChg>
        <pc:spChg chg="mod">
          <ac:chgData name="문지원" userId="2ee9900d-be9a-4888-a81f-bb0d24a4fbce" providerId="ADAL" clId="{57ECE85B-F8AD-4388-86F4-AB9DD4D24DBE}" dt="2025-08-21T09:54:02.902" v="34" actId="20577"/>
          <ac:spMkLst>
            <pc:docMk/>
            <pc:sldMk cId="2570985445" sldId="480"/>
            <ac:spMk id="4" creationId="{F6FD1654-AE42-4B78-BB2B-4EC0A57F88C9}"/>
          </ac:spMkLst>
        </pc:spChg>
      </pc:sldChg>
      <pc:sldChg chg="modSp add del">
        <pc:chgData name="문지원" userId="2ee9900d-be9a-4888-a81f-bb0d24a4fbce" providerId="ADAL" clId="{57ECE85B-F8AD-4388-86F4-AB9DD4D24DBE}" dt="2025-08-21T09:53:47.187" v="30"/>
        <pc:sldMkLst>
          <pc:docMk/>
          <pc:sldMk cId="1758615923" sldId="481"/>
        </pc:sldMkLst>
        <pc:spChg chg="mod">
          <ac:chgData name="문지원" userId="2ee9900d-be9a-4888-a81f-bb0d24a4fbce" providerId="ADAL" clId="{57ECE85B-F8AD-4388-86F4-AB9DD4D24DBE}" dt="2025-08-21T09:53:47.187" v="30"/>
          <ac:spMkLst>
            <pc:docMk/>
            <pc:sldMk cId="1758615923" sldId="481"/>
            <ac:spMk id="2" creationId="{00000000-0000-0000-0000-000000000000}"/>
          </ac:spMkLst>
        </pc:spChg>
      </pc:sldChg>
      <pc:sldChg chg="modSp mod">
        <pc:chgData name="문지원" userId="2ee9900d-be9a-4888-a81f-bb0d24a4fbce" providerId="ADAL" clId="{57ECE85B-F8AD-4388-86F4-AB9DD4D24DBE}" dt="2025-08-21T09:54:47.472" v="58" actId="20577"/>
        <pc:sldMkLst>
          <pc:docMk/>
          <pc:sldMk cId="3139909046" sldId="508"/>
        </pc:sldMkLst>
        <pc:spChg chg="mod">
          <ac:chgData name="문지원" userId="2ee9900d-be9a-4888-a81f-bb0d24a4fbce" providerId="ADAL" clId="{57ECE85B-F8AD-4388-86F4-AB9DD4D24DBE}" dt="2025-08-21T09:54:47.472" v="58" actId="20577"/>
          <ac:spMkLst>
            <pc:docMk/>
            <pc:sldMk cId="3139909046" sldId="508"/>
            <ac:spMk id="4" creationId="{F6FD1654-AE42-4B78-BB2B-4EC0A57F88C9}"/>
          </ac:spMkLst>
        </pc:spChg>
      </pc:sldChg>
      <pc:sldChg chg="add del">
        <pc:chgData name="문지원" userId="2ee9900d-be9a-4888-a81f-bb0d24a4fbce" providerId="ADAL" clId="{57ECE85B-F8AD-4388-86F4-AB9DD4D24DBE}" dt="2025-08-21T09:51:21.590" v="9" actId="47"/>
        <pc:sldMkLst>
          <pc:docMk/>
          <pc:sldMk cId="1695165613" sldId="521"/>
        </pc:sldMkLst>
      </pc:sldChg>
      <pc:sldChg chg="modSp add del mod">
        <pc:chgData name="문지원" userId="2ee9900d-be9a-4888-a81f-bb0d24a4fbce" providerId="ADAL" clId="{57ECE85B-F8AD-4388-86F4-AB9DD4D24DBE}" dt="2025-08-21T09:54:20.287" v="44" actId="20577"/>
        <pc:sldMkLst>
          <pc:docMk/>
          <pc:sldMk cId="46838761" sldId="522"/>
        </pc:sldMkLst>
        <pc:spChg chg="mod">
          <ac:chgData name="문지원" userId="2ee9900d-be9a-4888-a81f-bb0d24a4fbce" providerId="ADAL" clId="{57ECE85B-F8AD-4388-86F4-AB9DD4D24DBE}" dt="2025-08-21T09:53:09.974" v="22" actId="20577"/>
          <ac:spMkLst>
            <pc:docMk/>
            <pc:sldMk cId="46838761" sldId="522"/>
            <ac:spMk id="2" creationId="{00000000-0000-0000-0000-000000000000}"/>
          </ac:spMkLst>
        </pc:spChg>
        <pc:spChg chg="mod">
          <ac:chgData name="문지원" userId="2ee9900d-be9a-4888-a81f-bb0d24a4fbce" providerId="ADAL" clId="{57ECE85B-F8AD-4388-86F4-AB9DD4D24DBE}" dt="2025-08-21T09:54:20.287" v="44" actId="20577"/>
          <ac:spMkLst>
            <pc:docMk/>
            <pc:sldMk cId="46838761" sldId="522"/>
            <ac:spMk id="4" creationId="{F6FD1654-AE42-4B78-BB2B-4EC0A57F88C9}"/>
          </ac:spMkLst>
        </pc:spChg>
      </pc:sldChg>
      <pc:sldChg chg="del">
        <pc:chgData name="문지원" userId="2ee9900d-be9a-4888-a81f-bb0d24a4fbce" providerId="ADAL" clId="{57ECE85B-F8AD-4388-86F4-AB9DD4D24DBE}" dt="2025-08-21T09:50:45.403" v="1" actId="47"/>
        <pc:sldMkLst>
          <pc:docMk/>
          <pc:sldMk cId="1956795934" sldId="523"/>
        </pc:sldMkLst>
      </pc:sldChg>
      <pc:sldChg chg="modSp add mod">
        <pc:chgData name="문지원" userId="2ee9900d-be9a-4888-a81f-bb0d24a4fbce" providerId="ADAL" clId="{57ECE85B-F8AD-4388-86F4-AB9DD4D24DBE}" dt="2025-08-21T09:54:28.212" v="50" actId="20577"/>
        <pc:sldMkLst>
          <pc:docMk/>
          <pc:sldMk cId="1832772709" sldId="555"/>
        </pc:sldMkLst>
        <pc:spChg chg="mod">
          <ac:chgData name="문지원" userId="2ee9900d-be9a-4888-a81f-bb0d24a4fbce" providerId="ADAL" clId="{57ECE85B-F8AD-4388-86F4-AB9DD4D24DBE}" dt="2025-08-21T09:54:28.212" v="50" actId="20577"/>
          <ac:spMkLst>
            <pc:docMk/>
            <pc:sldMk cId="1832772709" sldId="555"/>
            <ac:spMk id="4" creationId="{F6FD1654-AE42-4B78-BB2B-4EC0A57F88C9}"/>
          </ac:spMkLst>
        </pc:spChg>
      </pc:sldChg>
      <pc:sldChg chg="modSp add">
        <pc:chgData name="문지원" userId="2ee9900d-be9a-4888-a81f-bb0d24a4fbce" providerId="ADAL" clId="{57ECE85B-F8AD-4388-86F4-AB9DD4D24DBE}" dt="2025-08-21T09:53:44.734" v="28"/>
        <pc:sldMkLst>
          <pc:docMk/>
          <pc:sldMk cId="2073184042" sldId="556"/>
        </pc:sldMkLst>
        <pc:spChg chg="mod">
          <ac:chgData name="문지원" userId="2ee9900d-be9a-4888-a81f-bb0d24a4fbce" providerId="ADAL" clId="{57ECE85B-F8AD-4388-86F4-AB9DD4D24DBE}" dt="2025-08-21T09:53:44.734" v="28"/>
          <ac:spMkLst>
            <pc:docMk/>
            <pc:sldMk cId="2073184042" sldId="556"/>
            <ac:spMk id="2" creationId="{257AA08A-3229-FC98-C04E-DA1D5C25CF05}"/>
          </ac:spMkLst>
        </pc:spChg>
      </pc:sldChg>
      <pc:sldChg chg="modSp add mod">
        <pc:chgData name="문지원" userId="2ee9900d-be9a-4888-a81f-bb0d24a4fbce" providerId="ADAL" clId="{57ECE85B-F8AD-4388-86F4-AB9DD4D24DBE}" dt="2025-08-21T09:53:55.055" v="32" actId="20577"/>
        <pc:sldMkLst>
          <pc:docMk/>
          <pc:sldMk cId="1418794666" sldId="557"/>
        </pc:sldMkLst>
        <pc:spChg chg="mod">
          <ac:chgData name="문지원" userId="2ee9900d-be9a-4888-a81f-bb0d24a4fbce" providerId="ADAL" clId="{57ECE85B-F8AD-4388-86F4-AB9DD4D24DBE}" dt="2025-08-21T09:53:45.811" v="29"/>
          <ac:spMkLst>
            <pc:docMk/>
            <pc:sldMk cId="1418794666" sldId="557"/>
            <ac:spMk id="2" creationId="{61C6D935-C0D5-2C93-C1B0-7A3791FD8EF8}"/>
          </ac:spMkLst>
        </pc:spChg>
        <pc:spChg chg="mod">
          <ac:chgData name="문지원" userId="2ee9900d-be9a-4888-a81f-bb0d24a4fbce" providerId="ADAL" clId="{57ECE85B-F8AD-4388-86F4-AB9DD4D24DBE}" dt="2025-08-21T09:53:55.055" v="32" actId="20577"/>
          <ac:spMkLst>
            <pc:docMk/>
            <pc:sldMk cId="1418794666" sldId="557"/>
            <ac:spMk id="4" creationId="{7F9BB1D5-4D6F-FD9D-9A05-9F09318BE7D7}"/>
          </ac:spMkLst>
        </pc:spChg>
      </pc:sldChg>
      <pc:sldMasterChg chg="modSldLayout">
        <pc:chgData name="문지원" userId="2ee9900d-be9a-4888-a81f-bb0d24a4fbce" providerId="ADAL" clId="{57ECE85B-F8AD-4388-86F4-AB9DD4D24DBE}" dt="2025-08-21T09:52:28.208" v="14" actId="20577"/>
        <pc:sldMasterMkLst>
          <pc:docMk/>
          <pc:sldMasterMk cId="3355862264" sldId="2147483648"/>
        </pc:sldMasterMkLst>
        <pc:sldLayoutChg chg="modSp mod">
          <pc:chgData name="문지원" userId="2ee9900d-be9a-4888-a81f-bb0d24a4fbce" providerId="ADAL" clId="{57ECE85B-F8AD-4388-86F4-AB9DD4D24DBE}" dt="2025-08-21T09:52:28.208" v="14" actId="20577"/>
          <pc:sldLayoutMkLst>
            <pc:docMk/>
            <pc:sldMasterMk cId="3355862264" sldId="2147483648"/>
            <pc:sldLayoutMk cId="3866715624" sldId="2147483660"/>
          </pc:sldLayoutMkLst>
          <pc:spChg chg="mod">
            <ac:chgData name="문지원" userId="2ee9900d-be9a-4888-a81f-bb0d24a4fbce" providerId="ADAL" clId="{57ECE85B-F8AD-4388-86F4-AB9DD4D24DBE}" dt="2025-08-21T09:52:28.208" v="14" actId="20577"/>
            <ac:spMkLst>
              <pc:docMk/>
              <pc:sldMasterMk cId="3355862264" sldId="2147483648"/>
              <pc:sldLayoutMk cId="3866715624" sldId="2147483660"/>
              <ac:spMk id="12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599FD-1C61-4787-9441-E64FA2DFA0C5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EF8830-A7F2-470E-B40B-A4BB2A8F16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630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EF8830-A7F2-470E-B40B-A4BB2A8F16D6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320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83899-DD4D-3843-CC3C-62807DA72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2F0906-CC6F-EF90-C423-17526E9DB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0CC1AE-B045-D035-A09E-0EE0ACA24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DD5AB-0029-4C58-BB23-508D4B910CD3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9F9091-710F-AA4F-88EA-59F221F37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D57D19-9C46-BB1F-3BED-1DA62550A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716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ACCC43-8376-12B7-10C9-E8D9416F4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6A5EA8-735E-8807-16A2-6B0B18EA6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1573D7-9742-59C1-7D66-7A5477A10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97959B-63BF-6A62-9BDA-40D2D51A1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04BD18-342A-9A44-D456-1D1FEF7F8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855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70544F-F186-43CE-BBE2-11B39B536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83497F-6D4E-2199-C536-014601D8E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61117B-CD03-B62C-E182-87C13727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E326B-7755-4A57-9180-876B04A1CF56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6E7F78-4EAF-4A91-1128-E0702338B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DD5605-D209-E7B7-9563-AB8E16FDB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815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427606-DEB9-ED8F-598F-DC08AB9A3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83658F-D9CF-24CB-E11E-2486F01ACA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465732-B0BC-7EC0-B088-C1AC5D9D9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40426A-59E2-A8FA-A67D-9D385A987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B9CF6-1F5B-4F1D-B498-335F6DB63D7E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B9078F-4C99-C6B0-4C30-94747ECA1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EE37D0-2090-61E8-2FEE-9EA5774A3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15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0F585C-175A-322B-8771-2700A33D6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1C39E9-86F9-7511-3BE4-0C24710AB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C9AB3C-A395-D570-9D70-98853A72F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83A5A47-A029-3A2D-15BD-7A178CB1F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C2544B-792E-9FF0-48A0-DA1651AD2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E59A7DA-6D50-15D8-D613-D1B2FD887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F065-33E1-4344-BDAF-1E3F99EDF05D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E87529F-9517-92D8-823D-7A86951CA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4F68030-E14B-F1E0-E93F-CB26368B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853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96B536-C1FC-B9A5-AAFF-56A8DF64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22179D-F5A0-D771-CE93-DE14296DF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82562-616F-4954-A745-0656D3C22235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69D32F-CA87-D65A-3638-24140413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544550-65BD-E7A5-F0DA-8ED2AD831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329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2F2E86-71E9-C861-D7EF-08D6078C5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F6334-58DE-4AF0-B3A3-093D075357C9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B52D4B9-80F6-8E0E-7E8E-271876718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6F1289-9248-D36D-D167-85C21AF27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455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8A7FA-CB42-47BD-875D-3C0AA6D01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A59063-10A3-3563-E369-7BD0C93C0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D496C4-4F29-F042-381B-6E87520FB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9FFEA6-85B1-0738-B73E-3932CD741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3B039-3981-4696-8D08-29D74AAC0017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4E961B-2124-2241-226B-A24E42687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CBB1F3-4F92-3538-95CE-328777EE3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422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4C82C8-8E83-F69F-EC59-846705A46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494EA9E-21EF-CC50-373E-EEC937DD05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D3EC10-493C-2E58-CC27-33E380B58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F25D9B-DA41-E3B6-55D1-BFA20A067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DA176-9990-40FF-B6A4-F7B8154659EE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53A3DC-121B-94A3-557F-557E16F7B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C5589D-8BAC-0AC7-9652-ED773F2C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355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A3D60-95D3-8FC1-E0C9-E954AE515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8F5F1FE-1431-F496-DEBD-E1D1E69DE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5BD585-5693-36E1-0B05-608225CCF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204C1-290D-4438-8BBB-10E617B36D19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671965-A9F4-C79B-A076-CD437195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CF7032-F09E-B7BE-51EF-6CCE87D6B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298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3578E28-6436-0C62-6CA5-6563D3C47E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E5A65C-1A83-B1B6-293C-580021478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AC2012-C9F8-0B0B-FB60-3CCAA1DFA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E5D5-23AA-4A19-BE9F-946331E29B0F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55FA64-DD86-3000-9A7E-1F5ACD56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4EB818-C501-E1E4-086F-DCCDA86B2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546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FE6CA47-AE69-5D97-71BB-53D82210F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9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A10E28-F5A6-DA58-4CE9-BE2DB5CD9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67486"/>
            <a:ext cx="10515600" cy="5115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266DB-150C-60E0-04D2-56386127E3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102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38E5D-5BDC-4BFB-AEAC-2796A3FBC93F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AC2E03-C450-BF14-E152-0FF148687B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102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Software&amp;System Lab.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2F422F-8535-A5ED-2B3D-1DF22AEB4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102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18F53C-9B9C-4190-B98E-954091A4C3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862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5A8BA2-7F73-9CAF-BF06-5B6FBCA2BC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/>
              <a:t>인공지능 응용 시스템 개발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8494479-30E9-785C-7385-D249FF1AB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246501"/>
          </a:xfrm>
        </p:spPr>
        <p:txBody>
          <a:bodyPr>
            <a:noAutofit/>
          </a:bodyPr>
          <a:lstStyle/>
          <a:p>
            <a:r>
              <a:rPr lang="en-US" altLang="ko-KR" sz="1500" dirty="0"/>
              <a:t>Ch2. </a:t>
            </a:r>
            <a:r>
              <a:rPr lang="ko-KR" altLang="en-US" sz="1500" dirty="0"/>
              <a:t>모델 적용 및 응용 실습 </a:t>
            </a:r>
            <a:r>
              <a:rPr lang="en-US" altLang="ko-KR" sz="1500" dirty="0"/>
              <a:t>2</a:t>
            </a:r>
          </a:p>
          <a:p>
            <a:endParaRPr lang="en-US" altLang="ko-KR" sz="1500" dirty="0"/>
          </a:p>
          <a:p>
            <a:r>
              <a:rPr lang="ko-KR" altLang="en-US" sz="1500" dirty="0"/>
              <a:t>대구가톨릭대학교 </a:t>
            </a:r>
            <a:r>
              <a:rPr lang="ko-KR" altLang="en-US" sz="1500" dirty="0" err="1"/>
              <a:t>컴퓨터소프트웨어학부</a:t>
            </a:r>
            <a:endParaRPr lang="en-US" altLang="ko-KR" sz="1500" dirty="0"/>
          </a:p>
          <a:p>
            <a:r>
              <a:rPr lang="en-US" altLang="ko-KR" sz="1500" dirty="0" err="1"/>
              <a:t>Software&amp;System</a:t>
            </a:r>
            <a:r>
              <a:rPr lang="en-US" altLang="ko-KR" sz="1500" dirty="0"/>
              <a:t> Lab.</a:t>
            </a:r>
          </a:p>
          <a:p>
            <a:r>
              <a:rPr lang="ko-KR" altLang="en-US" sz="1500" dirty="0"/>
              <a:t>전 수 빈</a:t>
            </a:r>
          </a:p>
        </p:txBody>
      </p:sp>
    </p:spTree>
    <p:extLst>
      <p:ext uri="{BB962C8B-B14F-4D97-AF65-F5344CB8AC3E}">
        <p14:creationId xmlns:p14="http://schemas.microsoft.com/office/powerpoint/2010/main" val="3408387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E7C679-C62B-F383-3EDE-6B4CAB864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A66E67-EB25-2710-5531-F742770EF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추론모델을 활용한 응용 실습 코드 설명</a:t>
            </a:r>
            <a:endParaRPr lang="en-US" altLang="ko-KR" dirty="0"/>
          </a:p>
          <a:p>
            <a:pPr lvl="1"/>
            <a:r>
              <a:rPr lang="ko-KR" altLang="en-US" dirty="0"/>
              <a:t>추론모델 적용을 위한 라이브러리 소개</a:t>
            </a:r>
            <a:endParaRPr lang="en-US" altLang="ko-KR" dirty="0"/>
          </a:p>
          <a:p>
            <a:pPr lvl="1"/>
            <a:r>
              <a:rPr lang="ko-KR" altLang="en-US" dirty="0"/>
              <a:t>파일 입출력을 활용한 추론모델 적용</a:t>
            </a:r>
            <a:endParaRPr lang="en-US" altLang="ko-KR" dirty="0"/>
          </a:p>
          <a:p>
            <a:pPr lvl="1"/>
            <a:r>
              <a:rPr lang="ko-KR" altLang="en-US" dirty="0" err="1"/>
              <a:t>웹캠을</a:t>
            </a:r>
            <a:r>
              <a:rPr lang="ko-KR" altLang="en-US" dirty="0"/>
              <a:t> 활용한 추론모델 적용</a:t>
            </a:r>
            <a:endParaRPr lang="en-US" altLang="ko-KR" dirty="0"/>
          </a:p>
          <a:p>
            <a:pPr lvl="1"/>
            <a:r>
              <a:rPr lang="ko-KR" altLang="en-US" dirty="0"/>
              <a:t>추론모델 응용 실습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234A85-819F-4D11-4E1E-DD03B8DD3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1CE100-0303-9735-6FDC-7BE2B9686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1267C4-AC87-14F4-9F0C-9F1979341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636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5C348-7BEC-0A7B-C13F-D8502C631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7424CA-8E7C-10C3-B0B3-E7615E979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준비 환경 세팅 </a:t>
            </a:r>
            <a:r>
              <a:rPr lang="en-US" altLang="ko-KR" dirty="0"/>
              <a:t>– </a:t>
            </a:r>
            <a:r>
              <a:rPr lang="ko-KR" altLang="en-US" dirty="0"/>
              <a:t>프로젝트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ECD638-7CD6-0751-AD1A-B9C93BD96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486"/>
            <a:ext cx="3507463" cy="5115208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메뉴 </a:t>
            </a:r>
            <a:r>
              <a:rPr lang="en-US" altLang="ko-KR" sz="1600" dirty="0"/>
              <a:t>‘File’ -&gt; ‘New Project’ </a:t>
            </a:r>
            <a:r>
              <a:rPr lang="ko-KR" altLang="en-US" sz="1600" dirty="0"/>
              <a:t>클릭</a:t>
            </a:r>
            <a:endParaRPr lang="en-US" altLang="ko-KR" sz="1600" dirty="0"/>
          </a:p>
          <a:p>
            <a:r>
              <a:rPr lang="en-US" altLang="ko-KR" sz="1600" dirty="0"/>
              <a:t>‘Pure Python’ </a:t>
            </a:r>
            <a:r>
              <a:rPr lang="ko-KR" altLang="en-US" sz="1600" dirty="0"/>
              <a:t>클릭 후</a:t>
            </a:r>
            <a:r>
              <a:rPr lang="en-US" altLang="ko-KR" sz="1600" dirty="0"/>
              <a:t>,</a:t>
            </a:r>
          </a:p>
          <a:p>
            <a:r>
              <a:rPr lang="ko-KR" altLang="en-US" sz="1600" dirty="0"/>
              <a:t>프로젝트 저장 경로 생성</a:t>
            </a:r>
            <a:endParaRPr lang="en-US" altLang="ko-KR" sz="1600" dirty="0"/>
          </a:p>
          <a:p>
            <a:r>
              <a:rPr lang="en-US" altLang="ko-KR" sz="1600" dirty="0"/>
              <a:t>Interpreter type </a:t>
            </a:r>
            <a:r>
              <a:rPr lang="ko-KR" altLang="en-US" sz="1600" dirty="0"/>
              <a:t>설정</a:t>
            </a:r>
            <a:r>
              <a:rPr lang="en-US" altLang="ko-KR" sz="1600" dirty="0"/>
              <a:t>: Project </a:t>
            </a:r>
            <a:r>
              <a:rPr lang="en-US" altLang="ko-KR" sz="1600" dirty="0" err="1"/>
              <a:t>venv</a:t>
            </a:r>
            <a:endParaRPr lang="en-US" altLang="ko-KR" sz="1600" dirty="0"/>
          </a:p>
          <a:p>
            <a:r>
              <a:rPr lang="en-US" altLang="ko-KR" sz="1600" dirty="0"/>
              <a:t>Python Version </a:t>
            </a:r>
            <a:r>
              <a:rPr lang="ko-KR" altLang="en-US" sz="1600" dirty="0"/>
              <a:t>설정</a:t>
            </a:r>
            <a:r>
              <a:rPr lang="en-US" altLang="ko-KR" sz="1600" dirty="0"/>
              <a:t>: Python 3.10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B8803C-E495-E4A1-EA56-1F26A78E3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8FF5D1-D9B7-CDCD-87A1-D37A56CA8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6E0B18-25BB-9EA6-2069-A6B35CF7D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4515599-50CB-4030-3AD1-2DF8E04A8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530" y="1195058"/>
            <a:ext cx="7108791" cy="511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078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80C81-1BF1-33CC-B1B1-2BFF16B71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D6C18E-AD2A-46E6-168D-D48290438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준비 환경 세팅 </a:t>
            </a:r>
            <a:r>
              <a:rPr lang="en-US" altLang="ko-KR" dirty="0"/>
              <a:t>– </a:t>
            </a:r>
            <a:r>
              <a:rPr lang="ko-KR" altLang="en-US" dirty="0"/>
              <a:t>프로젝트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2EAD44-80E3-98B0-D620-881CFBDB2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486"/>
            <a:ext cx="3987297" cy="5115208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새로운 파이썬 파일 생성 방법</a:t>
            </a:r>
            <a:endParaRPr lang="en-US" altLang="ko-KR" sz="1600" dirty="0"/>
          </a:p>
          <a:p>
            <a:r>
              <a:rPr lang="ko-KR" altLang="en-US" sz="1600" dirty="0"/>
              <a:t>프로젝트 폴더 마우스 오른쪽 클릭</a:t>
            </a:r>
            <a:endParaRPr lang="en-US" altLang="ko-KR" sz="1600" dirty="0"/>
          </a:p>
          <a:p>
            <a:r>
              <a:rPr lang="en-US" altLang="ko-KR" sz="1600" dirty="0"/>
              <a:t>New-&gt;Python File </a:t>
            </a:r>
            <a:r>
              <a:rPr lang="ko-KR" altLang="en-US" sz="1600" dirty="0"/>
              <a:t>클릭</a:t>
            </a:r>
            <a:endParaRPr lang="en-US" altLang="ko-KR" sz="1600" dirty="0"/>
          </a:p>
          <a:p>
            <a:r>
              <a:rPr lang="ko-KR" altLang="en-US" sz="1600" dirty="0"/>
              <a:t>파일명 입력 </a:t>
            </a:r>
            <a:r>
              <a:rPr lang="en-US" altLang="ko-KR" sz="1600" dirty="0"/>
              <a:t>: ‘test.py’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BC3365-8345-5743-FF2D-9B2C06C7C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CEC97E-B53E-59FC-059D-78F4AE65F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7B5493-F2F9-977E-1709-4B3DE6EC5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632511A-AF92-C9B9-EABA-2F03EF2A0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024" y="1058849"/>
            <a:ext cx="4922640" cy="538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227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18720-5FBB-1D21-048F-E6B641294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10385-8EB8-A3E5-6A7E-64364338A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준비 환경 세팅 </a:t>
            </a:r>
            <a:r>
              <a:rPr lang="en-US" altLang="ko-KR" dirty="0"/>
              <a:t>– </a:t>
            </a:r>
            <a:r>
              <a:rPr lang="ko-KR" altLang="en-US" dirty="0"/>
              <a:t>필요한 라이브러리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3C3206-6329-6284-92D7-C36F1086F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필수 라이브러리 설치</a:t>
            </a:r>
            <a:r>
              <a:rPr lang="en-US" altLang="ko-KR" dirty="0"/>
              <a:t> (</a:t>
            </a:r>
            <a:r>
              <a:rPr lang="en-US" altLang="ko-KR" dirty="0" err="1"/>
              <a:t>tensorflow</a:t>
            </a:r>
            <a:r>
              <a:rPr lang="en-US" altLang="ko-KR" dirty="0"/>
              <a:t>, </a:t>
            </a:r>
            <a:r>
              <a:rPr lang="en-US" altLang="ko-KR" dirty="0" err="1"/>
              <a:t>keras</a:t>
            </a:r>
            <a:r>
              <a:rPr lang="en-US" altLang="ko-KR" dirty="0"/>
              <a:t>, </a:t>
            </a:r>
            <a:r>
              <a:rPr lang="en-US" altLang="ko-KR" dirty="0" err="1"/>
              <a:t>numpy</a:t>
            </a:r>
            <a:r>
              <a:rPr lang="en-US" altLang="ko-KR" dirty="0"/>
              <a:t>, </a:t>
            </a:r>
            <a:r>
              <a:rPr lang="en-US" altLang="ko-KR" dirty="0" err="1"/>
              <a:t>opencv</a:t>
            </a:r>
            <a:r>
              <a:rPr lang="en-US" altLang="ko-KR" dirty="0"/>
              <a:t>, h5py)</a:t>
            </a:r>
          </a:p>
          <a:p>
            <a:r>
              <a:rPr lang="ko-KR" altLang="en-US" dirty="0"/>
              <a:t>터미널 실행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아래 명령어 입력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3E0D99-0058-096C-E591-841EC93B6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B25F53-1547-A097-E15B-A1733892A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A5CBB3-186F-FAD4-821F-956DB524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6DCF0C-0200-6C61-231C-6EDD63E101DA}"/>
              </a:ext>
            </a:extLst>
          </p:cNvPr>
          <p:cNvSpPr txBox="1"/>
          <p:nvPr/>
        </p:nvSpPr>
        <p:spPr>
          <a:xfrm>
            <a:off x="1324310" y="5398789"/>
            <a:ext cx="7846850" cy="3693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altLang="ko-KR" dirty="0">
                <a:solidFill>
                  <a:schemeClr val="bg1"/>
                </a:solidFill>
              </a:rPr>
              <a:t> pip install "tensorflow==2.12.1" "numpy&lt;2.0" opencv-python h5py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5B10901-6EBE-5B0E-F5EB-6FE743FD91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191"/>
          <a:stretch>
            <a:fillRect/>
          </a:stretch>
        </p:blipFill>
        <p:spPr>
          <a:xfrm>
            <a:off x="1218446" y="2547352"/>
            <a:ext cx="3880705" cy="212197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1CE9088F-2AEF-9FEA-B258-F9E805370F9F}"/>
              </a:ext>
            </a:extLst>
          </p:cNvPr>
          <p:cNvSpPr/>
          <p:nvPr/>
        </p:nvSpPr>
        <p:spPr>
          <a:xfrm>
            <a:off x="1041149" y="3748135"/>
            <a:ext cx="561314" cy="3621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521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99386-00C0-23C3-BECC-6235A9469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696601-DCF8-3C9E-A7CA-B62FC156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준비 환경 세팅 </a:t>
            </a:r>
            <a:r>
              <a:rPr lang="en-US" altLang="ko-KR" dirty="0"/>
              <a:t>– </a:t>
            </a:r>
            <a:r>
              <a:rPr lang="ko-KR" altLang="en-US" dirty="0"/>
              <a:t>테스트 코드 수행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7C7414-1092-0D8E-F46B-D9E3C8B8B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테스트 코드 수행 </a:t>
            </a:r>
            <a:r>
              <a:rPr lang="en-US" altLang="ko-KR" dirty="0"/>
              <a:t>(test.py)</a:t>
            </a:r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F7F1F0-B80B-56D1-AD39-004F98F65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29C6BE-BF3F-A473-02E1-947A65ECE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D018E6-4AC3-FFBD-4F7B-937308C61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079EBD-8429-9BE6-FF00-91C2F8072251}"/>
              </a:ext>
            </a:extLst>
          </p:cNvPr>
          <p:cNvSpPr txBox="1"/>
          <p:nvPr/>
        </p:nvSpPr>
        <p:spPr>
          <a:xfrm>
            <a:off x="1195055" y="1934465"/>
            <a:ext cx="9343177" cy="336278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import cv2</a:t>
            </a: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import numpy as np</a:t>
            </a: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import tensorflow as tf</a:t>
            </a: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from tensorflow import keras</a:t>
            </a:r>
          </a:p>
          <a:p>
            <a:pPr>
              <a:lnSpc>
                <a:spcPct val="150000"/>
              </a:lnSpc>
            </a:pPr>
            <a:endParaRPr lang="de-DE" altLang="ko-KR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print("OpenCV version:", cv2.__version__)</a:t>
            </a: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print("Numpy version:", np.__version__) </a:t>
            </a: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print("TensorFlow version:", tf.__version__)</a:t>
            </a:r>
          </a:p>
        </p:txBody>
      </p:sp>
    </p:spTree>
    <p:extLst>
      <p:ext uri="{BB962C8B-B14F-4D97-AF65-F5344CB8AC3E}">
        <p14:creationId xmlns:p14="http://schemas.microsoft.com/office/powerpoint/2010/main" val="1314629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9179F-7FF1-92C4-F347-3368877BD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78128-FC17-4CDA-4322-C02D61E2F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준비 환경 세팅 </a:t>
            </a:r>
            <a:r>
              <a:rPr lang="en-US" altLang="ko-KR" dirty="0"/>
              <a:t>– </a:t>
            </a:r>
            <a:r>
              <a:rPr lang="ko-KR" altLang="en-US" dirty="0" err="1"/>
              <a:t>웹캠</a:t>
            </a:r>
            <a:r>
              <a:rPr lang="ko-KR" altLang="en-US" dirty="0"/>
              <a:t> 테스트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6C745A-8921-F2B9-959A-F0F04F2B5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/>
              <a:t>동영상은 이미지들의 연속</a:t>
            </a:r>
            <a:endParaRPr lang="en-US" altLang="ko-KR" sz="1800" b="1" dirty="0"/>
          </a:p>
          <a:p>
            <a:pPr lvl="1"/>
            <a:r>
              <a:rPr lang="ko-KR" altLang="en-US" sz="1600" dirty="0"/>
              <a:t>동영상은 사실 초당 여러 장의 이미지를 빠르게 이어 붙인 것</a:t>
            </a:r>
            <a:endParaRPr lang="en-US" altLang="ko-KR" sz="1600" dirty="0"/>
          </a:p>
          <a:p>
            <a:pPr lvl="1"/>
            <a:r>
              <a:rPr lang="ko-KR" altLang="en-US" sz="1600" dirty="0"/>
              <a:t>이때 초당 몇 장의 이미지를 사용하는지를 </a:t>
            </a:r>
            <a:r>
              <a:rPr lang="en-US" altLang="ko-KR" sz="1600" dirty="0"/>
              <a:t>FPS(Frame Per Second) </a:t>
            </a:r>
            <a:r>
              <a:rPr lang="ko-KR" altLang="en-US" sz="1600" dirty="0"/>
              <a:t>라고 함</a:t>
            </a:r>
            <a:endParaRPr lang="en-US" altLang="ko-KR" sz="1600" dirty="0"/>
          </a:p>
          <a:p>
            <a:r>
              <a:rPr lang="ko-KR" altLang="en-US" sz="1800" b="1" dirty="0"/>
              <a:t>예시</a:t>
            </a:r>
            <a:endParaRPr lang="en-US" altLang="ko-KR" sz="1800" b="1" dirty="0"/>
          </a:p>
          <a:p>
            <a:pPr lvl="1"/>
            <a:r>
              <a:rPr lang="en-US" altLang="ko-KR" sz="1600" dirty="0"/>
              <a:t>60 FPS </a:t>
            </a:r>
            <a:r>
              <a:rPr lang="ko-KR" altLang="en-US" sz="1600" dirty="0"/>
              <a:t>동영상</a:t>
            </a:r>
            <a:r>
              <a:rPr lang="en-US" altLang="ko-KR" sz="1600" dirty="0"/>
              <a:t>: 1</a:t>
            </a:r>
            <a:r>
              <a:rPr lang="ko-KR" altLang="en-US" sz="1600" dirty="0"/>
              <a:t>초에 </a:t>
            </a:r>
            <a:r>
              <a:rPr lang="en-US" altLang="ko-KR" sz="1600" dirty="0"/>
              <a:t>60</a:t>
            </a:r>
            <a:r>
              <a:rPr lang="ko-KR" altLang="en-US" sz="1600" dirty="0"/>
              <a:t>장의 이미지 → 더 부드럽게 보임</a:t>
            </a:r>
            <a:endParaRPr lang="en-US" altLang="ko-KR" sz="1600" dirty="0"/>
          </a:p>
          <a:p>
            <a:pPr lvl="1"/>
            <a:r>
              <a:rPr lang="en-US" altLang="ko-KR" sz="1600" dirty="0"/>
              <a:t>24 FPS </a:t>
            </a:r>
            <a:r>
              <a:rPr lang="ko-KR" altLang="en-US" sz="1600" dirty="0"/>
              <a:t>동영상</a:t>
            </a:r>
            <a:r>
              <a:rPr lang="en-US" altLang="ko-KR" sz="1600" dirty="0"/>
              <a:t>: 1</a:t>
            </a:r>
            <a:r>
              <a:rPr lang="ko-KR" altLang="en-US" sz="1600" dirty="0"/>
              <a:t>초에 </a:t>
            </a:r>
            <a:r>
              <a:rPr lang="en-US" altLang="ko-KR" sz="1600" dirty="0"/>
              <a:t>24</a:t>
            </a:r>
            <a:r>
              <a:rPr lang="ko-KR" altLang="en-US" sz="1600" dirty="0"/>
              <a:t>장의 이미지 → 영화에서 많이 사용</a:t>
            </a:r>
            <a:endParaRPr lang="en-US" altLang="ko-KR" sz="16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FE7BEB-A6B0-C621-F583-1D91F3E28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F389D1-8659-396C-4360-D70B1146D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42E660-AD99-06D0-D0C0-D53923D6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DC5B19D-17AA-F897-F3F5-8E3434A89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38" y="3943283"/>
            <a:ext cx="11199323" cy="27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957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DA326-1C63-F0FC-94DA-9ED3823A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F923AF-1025-D54E-F72B-87BC7E377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준비 환경 세팅 </a:t>
            </a:r>
            <a:r>
              <a:rPr lang="en-US" altLang="ko-KR" dirty="0"/>
              <a:t>– </a:t>
            </a:r>
            <a:r>
              <a:rPr lang="ko-KR" altLang="en-US" dirty="0" err="1"/>
              <a:t>웹캠</a:t>
            </a:r>
            <a:r>
              <a:rPr lang="ko-KR" altLang="en-US" dirty="0"/>
              <a:t> 테스트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D37CA-F121-622E-71EA-9E065C937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웹캠</a:t>
            </a:r>
            <a:r>
              <a:rPr lang="ko-KR" altLang="en-US" dirty="0"/>
              <a:t> 테스트 </a:t>
            </a:r>
            <a:r>
              <a:rPr lang="en-US" altLang="ko-KR" dirty="0"/>
              <a:t>(opencv.py)</a:t>
            </a:r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A8A60D-5F4F-CE14-525E-461FAD8A9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69FD15-D217-4B50-B88A-40E4BF1F5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4AF7AB-BFB7-A734-3CA5-00DB8056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15869B-524E-82AF-1255-76D8C386ABA0}"/>
              </a:ext>
            </a:extLst>
          </p:cNvPr>
          <p:cNvSpPr txBox="1"/>
          <p:nvPr/>
        </p:nvSpPr>
        <p:spPr>
          <a:xfrm>
            <a:off x="1195055" y="1934465"/>
            <a:ext cx="9343177" cy="419377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import cv2</a:t>
            </a:r>
          </a:p>
          <a:p>
            <a:pPr>
              <a:lnSpc>
                <a:spcPct val="150000"/>
              </a:lnSpc>
            </a:pPr>
            <a:endParaRPr lang="de-DE" altLang="ko-KR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cap = cv2.VideoCapture(0)      </a:t>
            </a:r>
            <a:r>
              <a:rPr lang="de-DE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# 0</a:t>
            </a:r>
            <a:r>
              <a:rPr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번 </a:t>
            </a:r>
            <a:r>
              <a:rPr lang="ko-KR" alt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웹캠</a:t>
            </a:r>
            <a:r>
              <a:rPr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사용</a:t>
            </a: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while True:        </a:t>
            </a:r>
            <a:r>
              <a:rPr lang="de-DE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#</a:t>
            </a:r>
            <a:r>
              <a:rPr lang="ko-KR" alt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웹캠에서</a:t>
            </a:r>
            <a:r>
              <a:rPr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이미지를 주기적으로 얻어와 작업을 수행하기 위한 </a:t>
            </a:r>
            <a:r>
              <a:rPr lang="ko-KR" alt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반복문</a:t>
            </a:r>
            <a:endParaRPr lang="de-DE" altLang="ko-KR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    ret, frame = cap.read() </a:t>
            </a:r>
            <a:r>
              <a:rPr lang="de-DE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#</a:t>
            </a:r>
            <a:r>
              <a:rPr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이미지 데이터 습득</a:t>
            </a:r>
            <a:endParaRPr lang="de-DE" altLang="ko-KR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    cv2.imshow(＂Webcam Test＂, frame) </a:t>
            </a:r>
            <a:r>
              <a:rPr lang="de-DE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#openCV</a:t>
            </a:r>
            <a:r>
              <a:rPr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를 이용하여 이미지 데이터 출력</a:t>
            </a:r>
            <a:endParaRPr lang="de-DE" altLang="ko-KR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    if cv2.waitKey(1) &amp; 0xFF == ord(＇q‘): </a:t>
            </a:r>
            <a:r>
              <a:rPr lang="de-DE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#q</a:t>
            </a:r>
            <a:r>
              <a:rPr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를 입력했을 때 프로그램 종료</a:t>
            </a:r>
            <a:endParaRPr lang="de-DE" altLang="ko-KR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        break</a:t>
            </a: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cap.release() </a:t>
            </a:r>
            <a:r>
              <a:rPr lang="de-DE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#</a:t>
            </a:r>
            <a:r>
              <a:rPr lang="ko-KR" alt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웹캠</a:t>
            </a:r>
            <a:r>
              <a:rPr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종료</a:t>
            </a:r>
            <a:endParaRPr lang="de-DE" altLang="ko-KR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de-DE" altLang="ko-KR" dirty="0">
                <a:solidFill>
                  <a:schemeClr val="bg1"/>
                </a:solidFill>
              </a:rPr>
              <a:t>cv2.destroyAllWindows() </a:t>
            </a:r>
            <a:r>
              <a:rPr lang="de-DE" altLang="ko-KR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#openCV </a:t>
            </a:r>
            <a:r>
              <a:rPr lang="ko-KR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윈도우 종료</a:t>
            </a:r>
            <a:endParaRPr lang="de-DE" altLang="ko-KR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BC380D6-8CDF-E0B6-DD80-CF95EB448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5130" y="576067"/>
            <a:ext cx="3224970" cy="257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88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AF34B-5962-C0DE-19D3-C7DAF86F1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279259-8922-0752-EDB3-7ADDA7C45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추론모델을 이용한 응용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BB7EF9-ED3D-A1E0-782D-BD0E62FD9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 과정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1 : </a:t>
            </a:r>
            <a:r>
              <a:rPr lang="ko-KR" altLang="en-US" dirty="0"/>
              <a:t>파일 입출력을 활용한 추론모델 적용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2 : </a:t>
            </a:r>
            <a:r>
              <a:rPr lang="ko-KR" altLang="en-US" dirty="0" err="1"/>
              <a:t>웹캠을</a:t>
            </a:r>
            <a:r>
              <a:rPr lang="ko-KR" altLang="en-US" dirty="0"/>
              <a:t> 활용한 추론모델 적용</a:t>
            </a:r>
            <a:endParaRPr lang="en-US" altLang="ko-KR" dirty="0"/>
          </a:p>
          <a:p>
            <a:pPr lvl="1"/>
            <a:r>
              <a:rPr lang="ko-KR" altLang="en-US" dirty="0"/>
              <a:t>실습 </a:t>
            </a:r>
            <a:r>
              <a:rPr lang="en-US" altLang="ko-KR" dirty="0"/>
              <a:t>3 : </a:t>
            </a:r>
            <a:r>
              <a:rPr lang="ko-KR" altLang="en-US" dirty="0"/>
              <a:t>추론모델 응용 실습 </a:t>
            </a:r>
            <a:r>
              <a:rPr lang="en-US" altLang="ko-KR" dirty="0"/>
              <a:t>(</a:t>
            </a:r>
            <a:r>
              <a:rPr lang="ko-KR" altLang="en-US" dirty="0"/>
              <a:t>스페이스바를 눌렀을 때만 추론 결과 출력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예제로 사용할 모델</a:t>
            </a:r>
            <a:endParaRPr lang="en-US" altLang="ko-KR" dirty="0"/>
          </a:p>
          <a:p>
            <a:pPr lvl="1"/>
            <a:r>
              <a:rPr lang="ko-KR" altLang="en-US" dirty="0"/>
              <a:t>모델 학습에서 수행했던 동물 분류 모델 활용</a:t>
            </a:r>
            <a:r>
              <a:rPr lang="en-US" altLang="ko-KR" dirty="0"/>
              <a:t>(Dog, Racoon, Cat)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DC4F76-5F4B-CD42-3A69-A6C56B0D8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61A333-5C1E-0FF0-44AA-25CF4F69C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570C8C-46DE-F99D-6556-E14AAF6AA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867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2D49E-24AB-0505-AE4E-D0CFEB16E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28488-2571-AED4-1381-C7B45A86F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추론모델을 이용한 응용 실습 </a:t>
            </a:r>
            <a:r>
              <a:rPr lang="en-US" altLang="ko-KR" dirty="0"/>
              <a:t>– </a:t>
            </a:r>
            <a:r>
              <a:rPr lang="ko-KR" altLang="en-US" dirty="0"/>
              <a:t>실습 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3209AA-99F4-46CD-71E3-A36529BB7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모델 파일을 실습 디렉토리로 이동</a:t>
            </a:r>
            <a:endParaRPr lang="en-US" altLang="ko-KR" dirty="0"/>
          </a:p>
          <a:p>
            <a:pPr lvl="1"/>
            <a:r>
              <a:rPr lang="ko-KR" altLang="en-US" dirty="0"/>
              <a:t>아래 두 파일을 실습 디렉토리로 이동</a:t>
            </a:r>
            <a:endParaRPr lang="en-US" altLang="ko-KR" dirty="0"/>
          </a:p>
          <a:p>
            <a:pPr lvl="1"/>
            <a:r>
              <a:rPr lang="en-US" altLang="ko-KR" dirty="0"/>
              <a:t>keras_model.h5 : </a:t>
            </a:r>
            <a:r>
              <a:rPr lang="ko-KR" altLang="en-US" dirty="0"/>
              <a:t>학습된 인공지능 모델 파일</a:t>
            </a:r>
            <a:endParaRPr lang="en-US" altLang="ko-KR" dirty="0"/>
          </a:p>
          <a:p>
            <a:pPr lvl="1"/>
            <a:r>
              <a:rPr lang="en-US" altLang="ko-KR" dirty="0"/>
              <a:t>labels.txt : </a:t>
            </a:r>
            <a:r>
              <a:rPr lang="ko-KR" altLang="en-US" dirty="0"/>
              <a:t>모델이 예측할 수 있는 클래스 이름 목록</a:t>
            </a:r>
            <a:endParaRPr lang="en-US" altLang="ko-KR" dirty="0"/>
          </a:p>
          <a:p>
            <a:r>
              <a:rPr lang="ko-KR" altLang="en-US" dirty="0"/>
              <a:t>추론에 사용할 이미지 복사</a:t>
            </a:r>
            <a:endParaRPr lang="en-US" altLang="ko-KR" dirty="0"/>
          </a:p>
          <a:p>
            <a:pPr lvl="1"/>
            <a:r>
              <a:rPr lang="ko-KR" altLang="en-US" dirty="0"/>
              <a:t>추론 모델을 활용하여 맞추고 싶은 이미지를 디렉토리로 복사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39411F-A617-6C48-0B94-30E2C36F7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7B00BB-C40A-813F-D663-B5A0FA018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78EDCB-0157-6E75-35FC-63FAD258F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5E93A95-5EA8-044C-405A-ACB08CB7E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268" y="1231272"/>
            <a:ext cx="2667667" cy="306243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C11E6BEA-0DCA-AFD2-E296-E3764D2E1E71}"/>
              </a:ext>
            </a:extLst>
          </p:cNvPr>
          <p:cNvSpPr/>
          <p:nvPr/>
        </p:nvSpPr>
        <p:spPr>
          <a:xfrm>
            <a:off x="9587620" y="1493822"/>
            <a:ext cx="1946495" cy="8299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C72CC4-7DD8-5C62-DA63-77C9D2D0B5DA}"/>
              </a:ext>
            </a:extLst>
          </p:cNvPr>
          <p:cNvSpPr/>
          <p:nvPr/>
        </p:nvSpPr>
        <p:spPr>
          <a:xfrm>
            <a:off x="9587620" y="2932188"/>
            <a:ext cx="1946495" cy="3270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6CAF4E8-869C-7D08-D223-7316948C77E7}"/>
              </a:ext>
            </a:extLst>
          </p:cNvPr>
          <p:cNvSpPr/>
          <p:nvPr/>
        </p:nvSpPr>
        <p:spPr>
          <a:xfrm>
            <a:off x="9587620" y="3498030"/>
            <a:ext cx="1946495" cy="3270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775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6B2D0-1E49-6460-26E2-528DA1203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BC3681-7402-52F8-3C54-76A9D9B41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 : </a:t>
            </a:r>
            <a:r>
              <a:rPr lang="ko-KR" altLang="en-US" dirty="0"/>
              <a:t>파일 입출력을 활용한 추론모델 적용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056636-267F-05F9-D786-EC7BE1071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추론모델 로드</a:t>
            </a:r>
            <a:endParaRPr lang="en-US" altLang="ko-KR" dirty="0"/>
          </a:p>
          <a:p>
            <a:pPr lvl="1"/>
            <a:r>
              <a:rPr lang="en-US" altLang="ko-KR" dirty="0"/>
              <a:t>Teachable Machine</a:t>
            </a:r>
            <a:r>
              <a:rPr lang="ko-KR" altLang="en-US" dirty="0"/>
              <a:t>에서 학습한 모델 불러오기</a:t>
            </a:r>
            <a:endParaRPr lang="en-US" altLang="ko-KR" dirty="0"/>
          </a:p>
          <a:p>
            <a:pPr lvl="1"/>
            <a:r>
              <a:rPr lang="en-US" altLang="ko-KR" dirty="0"/>
              <a:t>model = </a:t>
            </a:r>
            <a:r>
              <a:rPr lang="en-US" altLang="ko-KR" dirty="0" err="1"/>
              <a:t>tf.keras.models.load_model</a:t>
            </a:r>
            <a:r>
              <a:rPr lang="en-US" altLang="ko-KR" dirty="0"/>
              <a:t>("keras_Model.h5", compile=False)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추론모델에 비교할 이미지 파일 입력</a:t>
            </a:r>
            <a:endParaRPr lang="en-US" altLang="ko-KR" dirty="0"/>
          </a:p>
          <a:p>
            <a:pPr lvl="1"/>
            <a:r>
              <a:rPr lang="ko-KR" altLang="en-US" dirty="0"/>
              <a:t>이미지 파일을 불러오기</a:t>
            </a:r>
            <a:endParaRPr lang="en-US" altLang="ko-KR" dirty="0"/>
          </a:p>
          <a:p>
            <a:pPr lvl="1"/>
            <a:r>
              <a:rPr lang="ko-KR" altLang="en-US" dirty="0"/>
              <a:t>모델이 이해할 수 있도록 </a:t>
            </a:r>
            <a:r>
              <a:rPr lang="ko-KR" altLang="en-US" dirty="0" err="1"/>
              <a:t>전처리</a:t>
            </a:r>
            <a:r>
              <a:rPr lang="ko-KR" altLang="en-US" dirty="0"/>
              <a:t> 필요</a:t>
            </a:r>
            <a:endParaRPr lang="en-US" altLang="ko-KR" dirty="0"/>
          </a:p>
          <a:p>
            <a:pPr lvl="2"/>
            <a:r>
              <a:rPr lang="ko-KR" altLang="en-US" dirty="0"/>
              <a:t>이미지 크기 맞추기</a:t>
            </a:r>
            <a:r>
              <a:rPr lang="en-US" altLang="ko-KR" dirty="0"/>
              <a:t> (</a:t>
            </a:r>
            <a:r>
              <a:rPr lang="ko-KR" altLang="en-US" dirty="0"/>
              <a:t>예</a:t>
            </a:r>
            <a:r>
              <a:rPr lang="en-US" altLang="ko-KR" dirty="0"/>
              <a:t>: 224x224)</a:t>
            </a:r>
          </a:p>
          <a:p>
            <a:pPr lvl="2"/>
            <a:r>
              <a:rPr lang="ko-KR" altLang="en-US" dirty="0"/>
              <a:t>숫자 배열로 변환 </a:t>
            </a:r>
            <a:r>
              <a:rPr lang="en-US" altLang="ko-KR" dirty="0"/>
              <a:t>(</a:t>
            </a:r>
            <a:r>
              <a:rPr lang="en-US" altLang="ko-KR" dirty="0" err="1"/>
              <a:t>numpy</a:t>
            </a:r>
            <a:r>
              <a:rPr lang="en-US" altLang="ko-KR" dirty="0"/>
              <a:t> </a:t>
            </a:r>
            <a:r>
              <a:rPr lang="ko-KR" altLang="en-US" dirty="0"/>
              <a:t>활용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3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추론 진행</a:t>
            </a:r>
            <a:endParaRPr lang="en-US" altLang="ko-KR" dirty="0"/>
          </a:p>
          <a:p>
            <a:pPr lvl="1"/>
            <a:r>
              <a:rPr lang="en-US" altLang="ko-KR" dirty="0" err="1"/>
              <a:t>Model.predict</a:t>
            </a:r>
            <a:r>
              <a:rPr lang="en-US" altLang="ko-KR" dirty="0"/>
              <a:t>(</a:t>
            </a:r>
            <a:r>
              <a:rPr lang="ko-KR" altLang="en-US" dirty="0"/>
              <a:t>이미지데이터</a:t>
            </a:r>
            <a:r>
              <a:rPr lang="en-US" altLang="ko-KR" dirty="0"/>
              <a:t>)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1"/>
            <a:r>
              <a:rPr lang="ko-KR" altLang="en-US" dirty="0"/>
              <a:t>각 클래스별 확률이 출력됨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Dog 0.8, Cat 0.15, Raccoon 0.05)</a:t>
            </a:r>
          </a:p>
          <a:p>
            <a:r>
              <a:rPr lang="en-US" altLang="ko-KR" dirty="0"/>
              <a:t>4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추론 결과 출력</a:t>
            </a:r>
            <a:endParaRPr lang="en-US" altLang="ko-KR" dirty="0"/>
          </a:p>
          <a:p>
            <a:pPr lvl="1"/>
            <a:r>
              <a:rPr lang="ko-KR" altLang="en-US" dirty="0"/>
              <a:t>전체 추론 결과를 결과로 보여주기</a:t>
            </a:r>
            <a:endParaRPr lang="en-US" altLang="ko-KR" dirty="0"/>
          </a:p>
          <a:p>
            <a:pPr lvl="1"/>
            <a:r>
              <a:rPr lang="ko-KR" altLang="en-US" dirty="0"/>
              <a:t>가장 높은 확률의 클래스를 결과로 보여주기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C98ED0-D3CD-054B-FBB6-1263C191F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D3D7EB-08A0-B256-8692-F20906393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539D58-930C-6FF3-011C-62A0D9A94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527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ABD3E-5458-8C67-0057-ADECFE47C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4D5E0-2AB4-44FF-2055-0ED0719DB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 : </a:t>
            </a:r>
            <a:r>
              <a:rPr lang="ko-KR" altLang="en-US" dirty="0"/>
              <a:t>파일 입출력을 활용한 추론모델 적용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24FCF8-7017-F8DD-5EA0-A3211E13D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7BA43A-E17E-8A2D-D2B7-FDF6E5C8F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11653-7D66-2BEC-5468-86EE41DD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9F0D8C-D72A-BC0E-C36B-6DB0D44BEAEF}"/>
              </a:ext>
            </a:extLst>
          </p:cNvPr>
          <p:cNvSpPr txBox="1"/>
          <p:nvPr/>
        </p:nvSpPr>
        <p:spPr>
          <a:xfrm>
            <a:off x="666183" y="1195058"/>
            <a:ext cx="7758822" cy="526297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import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cv2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import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numpy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as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np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import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tensorflow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as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tf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1.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모델 로드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model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tf.keras.models.load_model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"keras_Model.h5"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 err="1">
                <a:solidFill>
                  <a:srgbClr val="AA4926"/>
                </a:solidFill>
                <a:latin typeface="Arial Unicode MS"/>
                <a:ea typeface="JetBrains Mono"/>
              </a:rPr>
              <a:t>compile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=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False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2.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클래스 라벨 불러오기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open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labels.txt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r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 err="1">
                <a:solidFill>
                  <a:srgbClr val="AA4926"/>
                </a:solidFill>
                <a:latin typeface="Arial Unicode MS"/>
                <a:ea typeface="JetBrains Mono"/>
              </a:rPr>
              <a:t>encoding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=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"utf-8"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).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read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().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splitlines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3.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이미지 파일 불러오기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image_path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image_dog.jpg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   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추론할 이미지 경로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cv2.imread(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image_path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if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is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None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: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raise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FileNotFoundError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f"</a:t>
            </a:r>
            <a:r>
              <a:rPr lang="ko-KR" altLang="ko-KR" sz="1600" dirty="0" err="1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이미지를</a:t>
            </a:r>
            <a:r>
              <a:rPr lang="ko-KR" altLang="ko-KR" sz="16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불러올 수 없습니다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: 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{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image_path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}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4. </a:t>
            </a:r>
            <a:r>
              <a:rPr lang="ko-KR" altLang="ko-KR" sz="1600" dirty="0" err="1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전처리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 (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모델 입력 크기 맞추기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image_resized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cv2.resize(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(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224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224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), </a:t>
            </a:r>
            <a:r>
              <a:rPr lang="ko-KR" altLang="ko-KR" sz="1600" dirty="0" err="1">
                <a:solidFill>
                  <a:srgbClr val="AA4926"/>
                </a:solidFill>
                <a:latin typeface="Arial Unicode MS"/>
                <a:ea typeface="JetBrains Mono"/>
              </a:rPr>
              <a:t>interpolation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=cv2.INTER_AREA)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image_data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np.asarray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image_resized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 err="1">
                <a:solidFill>
                  <a:srgbClr val="AA4926"/>
                </a:solidFill>
                <a:latin typeface="Arial Unicode MS"/>
                <a:ea typeface="JetBrains Mono"/>
              </a:rPr>
              <a:t>dtype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=np.float32).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reshape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1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224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224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3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image_data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image_data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/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127.5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 -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1   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</a:t>
            </a:r>
            <a:r>
              <a:rPr lang="ko-KR" altLang="ko-KR" sz="1600" dirty="0" err="1">
                <a:solidFill>
                  <a:srgbClr val="7A7E85"/>
                </a:solidFill>
                <a:latin typeface="Arial Unicode MS"/>
                <a:ea typeface="JetBrains Mono"/>
              </a:rPr>
              <a:t>Normalize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 [-1, 1]</a:t>
            </a:r>
            <a:endParaRPr lang="ko-KR" altLang="ko-KR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920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3C86A-AD9F-85C1-2E6F-98ED709D9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51AECD-C562-7418-574B-61921DF12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 : </a:t>
            </a:r>
            <a:r>
              <a:rPr lang="ko-KR" altLang="en-US" dirty="0"/>
              <a:t>파일 입출력을 활용한 추론모델 적용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2889EA-4E28-FC80-40D3-6960C92B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0A18E5-B6C8-2831-C0D2-D35BD2AC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590847-E9C8-86A1-648E-0E0E253E7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99FC50-C04A-754E-FA32-CDEC979A5177}"/>
              </a:ext>
            </a:extLst>
          </p:cNvPr>
          <p:cNvSpPr txBox="1"/>
          <p:nvPr/>
        </p:nvSpPr>
        <p:spPr>
          <a:xfrm>
            <a:off x="666183" y="1195058"/>
            <a:ext cx="7758822" cy="427809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5.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추론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model.predict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image_data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[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0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]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6.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전체 클래스별 결과 출력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"=== </a:t>
            </a:r>
            <a:r>
              <a:rPr lang="ko-KR" altLang="ko-KR" sz="16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전체 클래스별 확률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 ==="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for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score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in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enumerate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):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f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{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[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]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}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 : 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{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score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*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100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: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.2f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}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%"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7.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가장 높은 확률의 클래스 출력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index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np.argmax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[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index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]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confidence_score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[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index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]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\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n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=== </a:t>
            </a:r>
            <a:r>
              <a:rPr lang="ko-KR" altLang="ko-KR" sz="16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최종 결과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 ==="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f"Class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: 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{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}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f"Confidence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Score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: 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{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confidence_score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*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100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: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.2f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}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%"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endParaRPr lang="ko-KR" altLang="ko-KR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10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89CD8-F241-6951-7062-649FE7A74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EF8BEA-9498-F1A7-405C-6382DAC7F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2 : </a:t>
            </a:r>
            <a:r>
              <a:rPr lang="ko-KR" altLang="en-US" dirty="0" err="1"/>
              <a:t>웹캠을</a:t>
            </a:r>
            <a:r>
              <a:rPr lang="ko-KR" altLang="en-US" dirty="0"/>
              <a:t> 활용한 추론모델 적용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CBE6B4-1F4E-562F-3B37-FDBBDF26D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추론모델 로드</a:t>
            </a:r>
            <a:endParaRPr lang="en-US" altLang="ko-KR" dirty="0"/>
          </a:p>
          <a:p>
            <a:pPr lvl="1"/>
            <a:r>
              <a:rPr lang="en-US" altLang="ko-KR" dirty="0"/>
              <a:t>Teachable Machine</a:t>
            </a:r>
            <a:r>
              <a:rPr lang="ko-KR" altLang="en-US" dirty="0"/>
              <a:t>에서 학습한 모델 불러오기</a:t>
            </a:r>
            <a:endParaRPr lang="en-US" altLang="ko-KR" dirty="0"/>
          </a:p>
          <a:p>
            <a:pPr lvl="1"/>
            <a:r>
              <a:rPr lang="en-US" altLang="ko-KR" dirty="0"/>
              <a:t>model = </a:t>
            </a:r>
            <a:r>
              <a:rPr lang="en-US" altLang="ko-KR" dirty="0" err="1"/>
              <a:t>tf.keras.models.load_model</a:t>
            </a:r>
            <a:r>
              <a:rPr lang="en-US" altLang="ko-KR" dirty="0"/>
              <a:t>("keras_Model.h5", compile=False)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 err="1"/>
              <a:t>웹캠</a:t>
            </a:r>
            <a:r>
              <a:rPr lang="ko-KR" altLang="en-US" dirty="0"/>
              <a:t> 연결</a:t>
            </a:r>
            <a:endParaRPr lang="en-US" altLang="ko-KR" dirty="0"/>
          </a:p>
          <a:p>
            <a:pPr lvl="1"/>
            <a:r>
              <a:rPr lang="en-US" altLang="ko-KR" dirty="0"/>
              <a:t>OpenCV</a:t>
            </a:r>
            <a:r>
              <a:rPr lang="ko-KR" altLang="en-US" dirty="0"/>
              <a:t>를 이용해 </a:t>
            </a:r>
            <a:r>
              <a:rPr lang="ko-KR" altLang="en-US" dirty="0" err="1"/>
              <a:t>웸캠</a:t>
            </a:r>
            <a:r>
              <a:rPr lang="ko-KR" altLang="en-US" dirty="0"/>
              <a:t> 켜기</a:t>
            </a:r>
            <a:endParaRPr lang="en-US" altLang="ko-KR" dirty="0"/>
          </a:p>
          <a:p>
            <a:pPr lvl="1"/>
            <a:r>
              <a:rPr lang="ko-KR" altLang="en-US" dirty="0"/>
              <a:t>실시간으로 프레임</a:t>
            </a:r>
            <a:r>
              <a:rPr lang="en-US" altLang="ko-KR" dirty="0"/>
              <a:t>(</a:t>
            </a:r>
            <a:r>
              <a:rPr lang="ko-KR" altLang="en-US" dirty="0"/>
              <a:t>이미지</a:t>
            </a:r>
            <a:r>
              <a:rPr lang="en-US" altLang="ko-KR" dirty="0"/>
              <a:t>)</a:t>
            </a:r>
            <a:r>
              <a:rPr lang="ko-KR" altLang="en-US" dirty="0"/>
              <a:t>를 가져올 준비</a:t>
            </a:r>
            <a:endParaRPr lang="en-US" altLang="ko-KR" dirty="0"/>
          </a:p>
          <a:p>
            <a:pPr lvl="1"/>
            <a:r>
              <a:rPr lang="ko-KR" altLang="en-US" dirty="0" err="1"/>
              <a:t>웹캠에서</a:t>
            </a:r>
            <a:r>
              <a:rPr lang="ko-KR" altLang="en-US" dirty="0"/>
              <a:t> 가져온 한 프레임을 모델이 이해할 수 있게 변환</a:t>
            </a:r>
            <a:endParaRPr lang="en-US" altLang="ko-KR" dirty="0"/>
          </a:p>
          <a:p>
            <a:pPr lvl="2"/>
            <a:r>
              <a:rPr lang="ko-KR" altLang="en-US" dirty="0"/>
              <a:t>이미지 크기 맞추기</a:t>
            </a:r>
            <a:r>
              <a:rPr lang="en-US" altLang="ko-KR" dirty="0"/>
              <a:t> (</a:t>
            </a:r>
            <a:r>
              <a:rPr lang="ko-KR" altLang="en-US" dirty="0"/>
              <a:t>예</a:t>
            </a:r>
            <a:r>
              <a:rPr lang="en-US" altLang="ko-KR" dirty="0"/>
              <a:t>: 224x224)</a:t>
            </a:r>
          </a:p>
          <a:p>
            <a:pPr lvl="2"/>
            <a:r>
              <a:rPr lang="ko-KR" altLang="en-US" dirty="0"/>
              <a:t>숫자 배열로 변환 </a:t>
            </a:r>
            <a:r>
              <a:rPr lang="en-US" altLang="ko-KR" dirty="0"/>
              <a:t>(</a:t>
            </a:r>
            <a:r>
              <a:rPr lang="en-US" altLang="ko-KR" dirty="0" err="1"/>
              <a:t>numpy</a:t>
            </a:r>
            <a:r>
              <a:rPr lang="en-US" altLang="ko-KR" dirty="0"/>
              <a:t> </a:t>
            </a:r>
            <a:r>
              <a:rPr lang="ko-KR" altLang="en-US" dirty="0"/>
              <a:t>활용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3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추론 진행</a:t>
            </a:r>
            <a:endParaRPr lang="en-US" altLang="ko-KR" dirty="0"/>
          </a:p>
          <a:p>
            <a:pPr lvl="1"/>
            <a:r>
              <a:rPr lang="en-US" altLang="ko-KR" dirty="0" err="1"/>
              <a:t>Model.predict</a:t>
            </a:r>
            <a:r>
              <a:rPr lang="en-US" altLang="ko-KR" dirty="0"/>
              <a:t>(</a:t>
            </a:r>
            <a:r>
              <a:rPr lang="ko-KR" altLang="en-US" dirty="0"/>
              <a:t>이미지데이터</a:t>
            </a:r>
            <a:r>
              <a:rPr lang="en-US" altLang="ko-KR" dirty="0"/>
              <a:t>)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1"/>
            <a:r>
              <a:rPr lang="ko-KR" altLang="en-US" dirty="0"/>
              <a:t>각 클래스별 확률이 출력됨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Dog 0.8, Cat 0.15, Raccoon 0.05)</a:t>
            </a:r>
          </a:p>
          <a:p>
            <a:r>
              <a:rPr lang="en-US" altLang="ko-KR" dirty="0"/>
              <a:t>4</a:t>
            </a:r>
            <a:r>
              <a:rPr lang="ko-KR" altLang="en-US" dirty="0"/>
              <a:t>단계 </a:t>
            </a:r>
            <a:r>
              <a:rPr lang="en-US" altLang="ko-KR" dirty="0"/>
              <a:t>: </a:t>
            </a:r>
            <a:r>
              <a:rPr lang="ko-KR" altLang="en-US" dirty="0"/>
              <a:t>추론 결과 출력</a:t>
            </a:r>
            <a:endParaRPr lang="en-US" altLang="ko-KR" dirty="0"/>
          </a:p>
          <a:p>
            <a:pPr lvl="1"/>
            <a:r>
              <a:rPr lang="ko-KR" altLang="en-US" dirty="0"/>
              <a:t>전체 추론 결과를 결과로 보여주기</a:t>
            </a:r>
            <a:endParaRPr lang="en-US" altLang="ko-KR" dirty="0"/>
          </a:p>
          <a:p>
            <a:pPr lvl="1"/>
            <a:r>
              <a:rPr lang="ko-KR" altLang="en-US" dirty="0"/>
              <a:t>가장 높은 </a:t>
            </a:r>
            <a:r>
              <a:rPr lang="ko-KR" altLang="en-US" dirty="0" err="1"/>
              <a:t>확률으ㅢ</a:t>
            </a:r>
            <a:r>
              <a:rPr lang="ko-KR" altLang="en-US" dirty="0"/>
              <a:t> 클래스를 결과로 보여주기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EDF861-90DD-16EF-AAB2-F6C4345CB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EEE07B-14B5-3008-D205-E331927B5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80E1D4-1FA9-5552-6545-39C22E034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950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50DFE-91DD-3BC4-D585-C0C13D1F9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178085-B3B6-2959-DF41-EC2F2E958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2 : </a:t>
            </a:r>
            <a:r>
              <a:rPr lang="ko-KR" altLang="en-US" dirty="0" err="1"/>
              <a:t>웹캠을</a:t>
            </a:r>
            <a:r>
              <a:rPr lang="ko-KR" altLang="en-US" dirty="0"/>
              <a:t> 활용한 추론모델 적용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23CE03-12DD-986E-5668-97BC0E58B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/>
              <a:t>동영상은 이미지들의 연속</a:t>
            </a:r>
            <a:endParaRPr lang="en-US" altLang="ko-KR" sz="1800" b="1" dirty="0"/>
          </a:p>
          <a:p>
            <a:pPr lvl="1"/>
            <a:r>
              <a:rPr lang="ko-KR" altLang="en-US" sz="1600" dirty="0"/>
              <a:t>동영상은 사실 초당 여러 장의 이미지를 빠르게 이어 붙인 것</a:t>
            </a:r>
            <a:endParaRPr lang="en-US" altLang="ko-KR" sz="1600" dirty="0"/>
          </a:p>
          <a:p>
            <a:pPr lvl="1"/>
            <a:r>
              <a:rPr lang="ko-KR" altLang="en-US" sz="1600" dirty="0"/>
              <a:t>이때 초당 몇 장의 이미지를 사용하는지를 </a:t>
            </a:r>
            <a:r>
              <a:rPr lang="en-US" altLang="ko-KR" sz="1600" dirty="0"/>
              <a:t>FPS(Frame Per Second) </a:t>
            </a:r>
            <a:r>
              <a:rPr lang="ko-KR" altLang="en-US" sz="1600" dirty="0"/>
              <a:t>라고 함</a:t>
            </a:r>
            <a:endParaRPr lang="en-US" altLang="ko-KR" sz="1600" dirty="0"/>
          </a:p>
          <a:p>
            <a:r>
              <a:rPr lang="ko-KR" altLang="en-US" sz="1800" b="1" dirty="0"/>
              <a:t>예시</a:t>
            </a:r>
            <a:endParaRPr lang="en-US" altLang="ko-KR" sz="1800" b="1" dirty="0"/>
          </a:p>
          <a:p>
            <a:pPr lvl="1"/>
            <a:r>
              <a:rPr lang="en-US" altLang="ko-KR" sz="1600" dirty="0"/>
              <a:t>60 FPS </a:t>
            </a:r>
            <a:r>
              <a:rPr lang="ko-KR" altLang="en-US" sz="1600" dirty="0"/>
              <a:t>동영상</a:t>
            </a:r>
            <a:r>
              <a:rPr lang="en-US" altLang="ko-KR" sz="1600" dirty="0"/>
              <a:t>: 1</a:t>
            </a:r>
            <a:r>
              <a:rPr lang="ko-KR" altLang="en-US" sz="1600" dirty="0"/>
              <a:t>초에 </a:t>
            </a:r>
            <a:r>
              <a:rPr lang="en-US" altLang="ko-KR" sz="1600" dirty="0"/>
              <a:t>60</a:t>
            </a:r>
            <a:r>
              <a:rPr lang="ko-KR" altLang="en-US" sz="1600" dirty="0"/>
              <a:t>장의 이미지 → 더 부드럽게 보임</a:t>
            </a:r>
            <a:endParaRPr lang="en-US" altLang="ko-KR" sz="1600" dirty="0"/>
          </a:p>
          <a:p>
            <a:pPr lvl="1"/>
            <a:r>
              <a:rPr lang="en-US" altLang="ko-KR" sz="1600" dirty="0"/>
              <a:t>24 FPS </a:t>
            </a:r>
            <a:r>
              <a:rPr lang="ko-KR" altLang="en-US" sz="1600" dirty="0"/>
              <a:t>동영상</a:t>
            </a:r>
            <a:r>
              <a:rPr lang="en-US" altLang="ko-KR" sz="1600" dirty="0"/>
              <a:t>: 1</a:t>
            </a:r>
            <a:r>
              <a:rPr lang="ko-KR" altLang="en-US" sz="1600" dirty="0"/>
              <a:t>초에 </a:t>
            </a:r>
            <a:r>
              <a:rPr lang="en-US" altLang="ko-KR" sz="1600" dirty="0"/>
              <a:t>24</a:t>
            </a:r>
            <a:r>
              <a:rPr lang="ko-KR" altLang="en-US" sz="1600" dirty="0"/>
              <a:t>장의 이미지 → 영화에서 많이 사용</a:t>
            </a:r>
            <a:endParaRPr lang="en-US" altLang="ko-KR" sz="16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ECB712-1F7B-8FCA-9152-0E996AC8E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3F6B45-7A50-0641-EB33-A5D4AF76A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8967C1-5C34-D706-E891-7DF81C409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50C8F4D-BB04-2FDB-5731-795DB1834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38" y="3943283"/>
            <a:ext cx="11199323" cy="27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835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82301-2293-CE10-F6E3-7CEF7F6F7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F92575-910C-CB8C-9B21-FFC4043A5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2 : </a:t>
            </a:r>
            <a:r>
              <a:rPr lang="ko-KR" altLang="en-US" dirty="0" err="1"/>
              <a:t>웹캠을</a:t>
            </a:r>
            <a:r>
              <a:rPr lang="ko-KR" altLang="en-US" dirty="0"/>
              <a:t> 활용한 추론모델 적용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08B536-5473-D556-A566-746E4216D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0322AF-9B6C-2DEE-9EBD-EF61D55E0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561C88-41FD-E578-6C96-AF3AC2FCF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622D51-2E78-12BF-071D-24C327283987}"/>
              </a:ext>
            </a:extLst>
          </p:cNvPr>
          <p:cNvSpPr txBox="1"/>
          <p:nvPr/>
        </p:nvSpPr>
        <p:spPr>
          <a:xfrm>
            <a:off x="666183" y="1195058"/>
            <a:ext cx="7758822" cy="45243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import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cv2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import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numpy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as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np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import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tensorflow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as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tf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1.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모델 로드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model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tf.keras.models.load_model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"keras_Model.h5"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 err="1">
                <a:solidFill>
                  <a:srgbClr val="AA4926"/>
                </a:solidFill>
                <a:latin typeface="Arial Unicode MS"/>
                <a:ea typeface="JetBrains Mono"/>
              </a:rPr>
              <a:t>compile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=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False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2.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클래스 라벨 불러오기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open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labels.txt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r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 err="1">
                <a:solidFill>
                  <a:srgbClr val="AA4926"/>
                </a:solidFill>
                <a:latin typeface="Arial Unicode MS"/>
                <a:ea typeface="JetBrains Mono"/>
              </a:rPr>
              <a:t>encoding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=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"utf-8"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).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read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().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splitlines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3. </a:t>
            </a:r>
            <a:r>
              <a:rPr lang="ko-KR" altLang="ko-KR" sz="1600" dirty="0" err="1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웹캠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열기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camera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cv2.VideoCapture(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0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cv2.CAP_DSHOW)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if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not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camera.isOpened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():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 err="1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웹캠을</a:t>
            </a:r>
            <a:r>
              <a:rPr lang="ko-KR" altLang="ko-KR" sz="16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열 수 없습니다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."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exit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ESC</a:t>
            </a:r>
            <a:r>
              <a:rPr lang="ko-KR" altLang="ko-KR" sz="1600" dirty="0" err="1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를</a:t>
            </a:r>
            <a:r>
              <a:rPr lang="ko-KR" altLang="ko-KR" sz="16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누르면 종료합니다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."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endParaRPr lang="ko-KR" altLang="ko-KR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20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0C31E-2090-8AA6-CFFF-FB6F8E2F7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4F3C01-608D-0604-3E11-482A51543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2 : </a:t>
            </a:r>
            <a:r>
              <a:rPr lang="ko-KR" altLang="en-US" dirty="0" err="1"/>
              <a:t>웹캠을</a:t>
            </a:r>
            <a:r>
              <a:rPr lang="ko-KR" altLang="en-US" dirty="0"/>
              <a:t> 활용한 추론모델 적용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CBCBD1-5E0E-3BE3-FF1C-55E32C772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C467A6-3495-0431-94C4-EE5F9DB0E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B2635E-19ED-0F61-A12E-2A00B4D1A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30CC2-AC6B-44D1-D29F-3FD585AFC805}"/>
              </a:ext>
            </a:extLst>
          </p:cNvPr>
          <p:cNvSpPr txBox="1"/>
          <p:nvPr/>
        </p:nvSpPr>
        <p:spPr>
          <a:xfrm>
            <a:off x="666183" y="1195058"/>
            <a:ext cx="7758822" cy="45243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while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True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: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ret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frame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camera.read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if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not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ret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: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프레임을 읽을 수 없습니다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."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break</a:t>
            </a:r>
            <a:b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실시간 영상 보여주기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en-US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cv2.imshow(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Webcam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frame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4. </a:t>
            </a:r>
            <a:r>
              <a:rPr lang="ko-KR" altLang="ko-KR" sz="1600" dirty="0" err="1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전처리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 (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모델 입력 크기 맞추기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image_resized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cv2.resize(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frame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(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224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224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), </a:t>
            </a:r>
            <a:r>
              <a:rPr lang="ko-KR" altLang="ko-KR" sz="1600" dirty="0" err="1">
                <a:solidFill>
                  <a:srgbClr val="AA4926"/>
                </a:solidFill>
                <a:latin typeface="Arial Unicode MS"/>
                <a:ea typeface="JetBrains Mono"/>
              </a:rPr>
              <a:t>interpolation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=cv2.INTER_AREA)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image_data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np.asarray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image_resized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 err="1">
                <a:solidFill>
                  <a:srgbClr val="AA4926"/>
                </a:solidFill>
                <a:latin typeface="Arial Unicode MS"/>
                <a:ea typeface="JetBrains Mono"/>
              </a:rPr>
              <a:t>dtype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=np.float32).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reshape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1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224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224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3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image_data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image_data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/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127.5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 -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1   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</a:t>
            </a:r>
            <a:r>
              <a:rPr lang="ko-KR" altLang="ko-KR" sz="1600" dirty="0" err="1">
                <a:solidFill>
                  <a:srgbClr val="7A7E85"/>
                </a:solidFill>
                <a:latin typeface="Arial Unicode MS"/>
                <a:ea typeface="JetBrains Mono"/>
              </a:rPr>
              <a:t>Normalize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 [-1, 1]</a:t>
            </a:r>
            <a:b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    # 5.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추론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en-US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model.predict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image_data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[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0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]</a:t>
            </a:r>
            <a:endParaRPr lang="ko-KR" altLang="ko-KR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277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E9F1E-319C-C1B2-F3B6-A028D9C83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C940C7-61ED-7220-7980-3A731BBE0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2 : </a:t>
            </a:r>
            <a:r>
              <a:rPr lang="ko-KR" altLang="en-US" dirty="0" err="1"/>
              <a:t>웹캠을</a:t>
            </a:r>
            <a:r>
              <a:rPr lang="ko-KR" altLang="en-US" dirty="0"/>
              <a:t> 활용한 추론모델 적용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DAF878-931B-3C30-9B66-6641E5D9A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4C8F76-00D5-528F-E685-33308EB8D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83B23D-5AB8-6DDE-81DB-64A4BA72F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C81BF-5340-23C9-882E-6E3A07BE3AA5}"/>
              </a:ext>
            </a:extLst>
          </p:cNvPr>
          <p:cNvSpPr txBox="1"/>
          <p:nvPr/>
        </p:nvSpPr>
        <p:spPr>
          <a:xfrm>
            <a:off x="666183" y="1195058"/>
            <a:ext cx="7758822" cy="50167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6.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전체 클래스별 결과 출력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\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n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=== </a:t>
            </a:r>
            <a:r>
              <a:rPr lang="ko-KR" altLang="ko-KR" sz="16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전체 클래스별 확률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 ==="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for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score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in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enumerate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):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f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{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[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]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}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 : 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{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score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*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100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: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.2f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}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%"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7.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가장 높은 확률의 클래스 출력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en-US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index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np.argmax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[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index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]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confidence_score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predictions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[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index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]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\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n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=== </a:t>
            </a:r>
            <a:r>
              <a:rPr lang="ko-KR" altLang="ko-KR" sz="16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최종 결과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 ==="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f"Class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: 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{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}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f"Confidence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6AAB73"/>
                </a:solidFill>
                <a:latin typeface="Arial Unicode MS"/>
                <a:ea typeface="JetBrains Mono"/>
              </a:rPr>
              <a:t>Score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: 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{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confidence_score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*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100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: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.2f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}</a:t>
            </a:r>
            <a:r>
              <a:rPr lang="ko-KR" altLang="ko-KR" sz="1600" dirty="0">
                <a:solidFill>
                  <a:srgbClr val="6AAB73"/>
                </a:solidFill>
                <a:latin typeface="Arial Unicode MS"/>
                <a:ea typeface="JetBrains Mono"/>
              </a:rPr>
              <a:t>%"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key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 cv2.waitKey(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1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) &amp;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0xFF</a:t>
            </a:r>
            <a:b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if</a:t>
            </a:r>
            <a: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key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 == </a:t>
            </a:r>
            <a:r>
              <a:rPr lang="ko-KR" altLang="ko-KR" sz="1600" dirty="0">
                <a:solidFill>
                  <a:srgbClr val="2AACB8"/>
                </a:solidFill>
                <a:latin typeface="Arial Unicode MS"/>
                <a:ea typeface="JetBrains Mono"/>
              </a:rPr>
              <a:t>27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:  </a:t>
            </a:r>
            <a:r>
              <a:rPr lang="ko-KR" altLang="ko-KR" sz="1600" dirty="0">
                <a:solidFill>
                  <a:srgbClr val="7A7E85"/>
                </a:solidFill>
                <a:latin typeface="Arial Unicode MS"/>
                <a:ea typeface="JetBrains Mono"/>
              </a:rPr>
              <a:t># ESC → </a:t>
            </a: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종료</a:t>
            </a:r>
            <a:b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</a:t>
            </a:r>
            <a:r>
              <a:rPr lang="ko-KR" altLang="en-US" sz="16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</a:t>
            </a:r>
            <a:r>
              <a:rPr lang="ko-KR" altLang="ko-KR" sz="1600" dirty="0" err="1">
                <a:solidFill>
                  <a:srgbClr val="CF8E6D"/>
                </a:solidFill>
                <a:latin typeface="Arial Unicode MS"/>
                <a:ea typeface="JetBrains Mono"/>
              </a:rPr>
              <a:t>break</a:t>
            </a:r>
            <a:b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</a:br>
            <a:br>
              <a:rPr lang="ko-KR" altLang="ko-KR" sz="1600" dirty="0">
                <a:solidFill>
                  <a:srgbClr val="CF8E6D"/>
                </a:solidFill>
                <a:latin typeface="Arial Unicode MS"/>
                <a:ea typeface="JetBrains Mono"/>
              </a:rPr>
            </a:br>
            <a:r>
              <a:rPr lang="ko-KR" altLang="ko-KR" sz="1600" dirty="0" err="1">
                <a:solidFill>
                  <a:srgbClr val="BCBEC4"/>
                </a:solidFill>
                <a:latin typeface="Arial Unicode MS"/>
                <a:ea typeface="JetBrains Mono"/>
              </a:rPr>
              <a:t>camera.release</a:t>
            </a: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()</a:t>
            </a:r>
            <a:b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600" dirty="0">
                <a:solidFill>
                  <a:srgbClr val="BCBEC4"/>
                </a:solidFill>
                <a:latin typeface="Arial Unicode MS"/>
                <a:ea typeface="JetBrains Mono"/>
              </a:rPr>
              <a:t>cv2.destroyAllWindows()</a:t>
            </a:r>
            <a:endParaRPr lang="ko-KR" altLang="ko-KR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3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79763-7C02-6DD4-6D5B-0B0903B6F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B680F-0E9A-EF98-FBAD-7FEFF419E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실습 </a:t>
            </a:r>
            <a:r>
              <a:rPr lang="en-US" altLang="ko-KR" dirty="0"/>
              <a:t>3 : </a:t>
            </a:r>
            <a:r>
              <a:rPr lang="ko-KR" altLang="en-US" dirty="0"/>
              <a:t>추론모델 응용 실습 </a:t>
            </a:r>
            <a:br>
              <a:rPr lang="en-US" altLang="ko-KR" dirty="0"/>
            </a:br>
            <a:r>
              <a:rPr lang="en-US" altLang="ko-KR" sz="2700" dirty="0"/>
              <a:t>- </a:t>
            </a:r>
            <a:r>
              <a:rPr lang="ko-KR" altLang="en-US" sz="2700" dirty="0"/>
              <a:t>스페이스바를 눌렀을 때만 추론 결과 출력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CA9C14-C7AD-FF5C-AFB8-49FEA9610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19790B-E35F-8E09-769E-B65C3C625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6C5993-6E74-2AA3-FAF9-A526C643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55C5A-5A44-D481-9199-179CF2CC1A3C}"/>
              </a:ext>
            </a:extLst>
          </p:cNvPr>
          <p:cNvSpPr txBox="1"/>
          <p:nvPr/>
        </p:nvSpPr>
        <p:spPr>
          <a:xfrm>
            <a:off x="666183" y="1195058"/>
            <a:ext cx="7758822" cy="375487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import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cv2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import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numpy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as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np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import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tensorflow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as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tf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  <a:t># </a:t>
            </a: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모델 로드</a:t>
            </a:r>
            <a:b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model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tf.keras.models.load_model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"keras_Model.h5"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400" dirty="0" err="1">
                <a:solidFill>
                  <a:srgbClr val="AA4926"/>
                </a:solidFill>
                <a:latin typeface="Arial Unicode MS"/>
                <a:ea typeface="JetBrains Mono"/>
              </a:rPr>
              <a:t>compile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=</a:t>
            </a: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False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class_names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400" dirty="0" err="1">
                <a:solidFill>
                  <a:srgbClr val="8888C6"/>
                </a:solidFill>
                <a:latin typeface="Arial Unicode MS"/>
                <a:ea typeface="JetBrains Mono"/>
              </a:rPr>
              <a:t>open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400" dirty="0" err="1">
                <a:solidFill>
                  <a:srgbClr val="6AAB73"/>
                </a:solidFill>
                <a:latin typeface="Arial Unicode MS"/>
                <a:ea typeface="JetBrains Mono"/>
              </a:rPr>
              <a:t>labels.txt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400" dirty="0" err="1">
                <a:solidFill>
                  <a:srgbClr val="6AAB73"/>
                </a:solidFill>
                <a:latin typeface="Arial Unicode MS"/>
                <a:ea typeface="JetBrains Mono"/>
              </a:rPr>
              <a:t>r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400" dirty="0" err="1">
                <a:solidFill>
                  <a:srgbClr val="AA4926"/>
                </a:solidFill>
                <a:latin typeface="Arial Unicode MS"/>
                <a:ea typeface="JetBrains Mono"/>
              </a:rPr>
              <a:t>encoding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=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"utf-8"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).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read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().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splitlines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  <a:t># </a:t>
            </a: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카메라 열기</a:t>
            </a:r>
            <a:b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camera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 cv2.VideoCapture(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0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cv2.CAP_DSHOW)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if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not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camera.isOpened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():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4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400" dirty="0" err="1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웹캠을</a:t>
            </a:r>
            <a:r>
              <a:rPr lang="ko-KR" altLang="ko-KR" sz="14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열 수 없습니다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."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400" dirty="0" err="1">
                <a:solidFill>
                  <a:srgbClr val="8888C6"/>
                </a:solidFill>
                <a:latin typeface="Arial Unicode MS"/>
                <a:ea typeface="JetBrains Mono"/>
              </a:rPr>
              <a:t>exit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4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영상 창에서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 [</a:t>
            </a:r>
            <a:r>
              <a:rPr lang="ko-KR" altLang="ko-KR" sz="14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스페이스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] </a:t>
            </a:r>
            <a:r>
              <a:rPr lang="ko-KR" altLang="ko-KR" sz="14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키를 누르면 현재 프레임을 캡처해 인식합니다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."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"ESC </a:t>
            </a:r>
            <a:r>
              <a:rPr lang="ko-KR" altLang="ko-KR" sz="14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키를 누르면 종료합니다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."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endParaRPr lang="ko-KR" altLang="ko-KR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230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4159A-EF0D-434B-ED88-D5598BD63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D04C7-EB2E-A502-2BD0-4E25B9180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실습 </a:t>
            </a:r>
            <a:r>
              <a:rPr lang="en-US" altLang="ko-KR" dirty="0"/>
              <a:t>3 : </a:t>
            </a:r>
            <a:r>
              <a:rPr lang="ko-KR" altLang="en-US" dirty="0"/>
              <a:t>추론모델 응용 실습 </a:t>
            </a:r>
            <a:br>
              <a:rPr lang="en-US" altLang="ko-KR" dirty="0"/>
            </a:br>
            <a:r>
              <a:rPr lang="en-US" altLang="ko-KR" sz="2700" dirty="0"/>
              <a:t>- </a:t>
            </a:r>
            <a:r>
              <a:rPr lang="ko-KR" altLang="en-US" sz="2700" dirty="0"/>
              <a:t>스페이스바를 눌렀을 때만 추론 결과 출력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369855-A9C1-D539-6133-FB9C3F3F8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71C2F4-3FA7-7BDB-39F9-90F2B05C3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CEEC77-6D7A-2AB5-3E10-F8871C512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5B8379-E574-2E1A-5FDF-E090041FD22D}"/>
              </a:ext>
            </a:extLst>
          </p:cNvPr>
          <p:cNvSpPr txBox="1"/>
          <p:nvPr/>
        </p:nvSpPr>
        <p:spPr>
          <a:xfrm>
            <a:off x="666183" y="1195058"/>
            <a:ext cx="7758822" cy="28931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while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True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: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ret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frame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camera.read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if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not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ret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: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4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400" dirty="0">
                <a:solidFill>
                  <a:srgbClr val="6AAB73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프레임을 읽을 수 없습니다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."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break</a:t>
            </a:r>
            <a:b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</a:br>
            <a:b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  <a:t># </a:t>
            </a: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영상 출력</a:t>
            </a:r>
            <a:b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cv2.imshow(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400" dirty="0" err="1">
                <a:solidFill>
                  <a:srgbClr val="6AAB73"/>
                </a:solidFill>
                <a:latin typeface="Arial Unicode MS"/>
                <a:ea typeface="JetBrains Mono"/>
              </a:rPr>
              <a:t>Webcam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frame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key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 cv2.waitKey(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1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 &amp; 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0xFF</a:t>
            </a:r>
            <a:b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</a:br>
            <a:b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if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key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== 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27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:  </a:t>
            </a:r>
            <a: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  <a:t># ESC </a:t>
            </a: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종료</a:t>
            </a:r>
            <a:b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</a:t>
            </a:r>
            <a:r>
              <a:rPr lang="ko-KR" altLang="en-US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</a:t>
            </a: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break</a:t>
            </a:r>
            <a:endParaRPr lang="ko-KR" altLang="ko-KR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9333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0C3C0-DC2C-EC04-46EE-4353DB83D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05334-39E2-2A74-8C47-03E2CDCAC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실습 </a:t>
            </a:r>
            <a:r>
              <a:rPr lang="en-US" altLang="ko-KR" dirty="0"/>
              <a:t>3 : </a:t>
            </a:r>
            <a:r>
              <a:rPr lang="ko-KR" altLang="en-US" dirty="0"/>
              <a:t>추론모델 응용 실습 </a:t>
            </a:r>
            <a:br>
              <a:rPr lang="en-US" altLang="ko-KR" dirty="0"/>
            </a:br>
            <a:r>
              <a:rPr lang="en-US" altLang="ko-KR" sz="2700" dirty="0"/>
              <a:t>- </a:t>
            </a:r>
            <a:r>
              <a:rPr lang="ko-KR" altLang="en-US" sz="2700" dirty="0"/>
              <a:t>스페이스바를 눌렀을 때만 추론 결과 출력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35C89B-0A36-82E1-9196-07255B3F9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8B77BC-5431-DB90-A00B-CF39C0275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B84D7A-9FE7-12E8-37D4-28D75EB9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4A4016-0391-247C-1A5D-4F55028B7F16}"/>
              </a:ext>
            </a:extLst>
          </p:cNvPr>
          <p:cNvSpPr txBox="1"/>
          <p:nvPr/>
        </p:nvSpPr>
        <p:spPr>
          <a:xfrm>
            <a:off x="666183" y="1195058"/>
            <a:ext cx="7758822" cy="397031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   </a:t>
            </a:r>
            <a:r>
              <a:rPr lang="ko-KR" altLang="ko-KR" sz="1400" dirty="0" err="1">
                <a:solidFill>
                  <a:srgbClr val="CF8E6D"/>
                </a:solidFill>
                <a:latin typeface="Arial Unicode MS"/>
                <a:ea typeface="JetBrains Mono"/>
              </a:rPr>
              <a:t>elif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key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== 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32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:  </a:t>
            </a:r>
            <a: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  <a:t># </a:t>
            </a:r>
            <a:r>
              <a:rPr lang="ko-KR" altLang="ko-KR" sz="1400" dirty="0" err="1">
                <a:solidFill>
                  <a:srgbClr val="7A7E85"/>
                </a:solidFill>
                <a:latin typeface="Arial Unicode MS"/>
                <a:ea typeface="JetBrains Mono"/>
              </a:rPr>
              <a:t>Space</a:t>
            </a:r>
            <a: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키</a:t>
            </a:r>
            <a: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  <a:t> → </a:t>
            </a: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현재 프레임으로 인식</a:t>
            </a:r>
            <a:b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</a:t>
            </a:r>
            <a: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  <a:t># </a:t>
            </a: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입력 크기로</a:t>
            </a:r>
            <a: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7A7E85"/>
                </a:solidFill>
                <a:latin typeface="Arial Unicode MS"/>
                <a:ea typeface="JetBrains Mono"/>
              </a:rPr>
              <a:t>resize</a:t>
            </a:r>
            <a:b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 cv2.resize(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frame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(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224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224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), </a:t>
            </a:r>
            <a:r>
              <a:rPr lang="ko-KR" altLang="ko-KR" sz="1400" dirty="0" err="1">
                <a:solidFill>
                  <a:srgbClr val="AA4926"/>
                </a:solidFill>
                <a:latin typeface="Arial Unicode MS"/>
                <a:ea typeface="JetBrains Mono"/>
              </a:rPr>
              <a:t>interpolation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=cv2.INTER_AREA)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  <a:t># </a:t>
            </a: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모델 입력 형태 맞추기</a:t>
            </a:r>
            <a:b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np.asarray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400" dirty="0" err="1">
                <a:solidFill>
                  <a:srgbClr val="AA4926"/>
                </a:solidFill>
                <a:latin typeface="Arial Unicode MS"/>
                <a:ea typeface="JetBrains Mono"/>
              </a:rPr>
              <a:t>dtype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=np.float32).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reshape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1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224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224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3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 (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/ 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127.5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 - 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1</a:t>
            </a:r>
            <a:b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</a:br>
            <a:b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400" dirty="0">
                <a:solidFill>
                  <a:srgbClr val="7A7E85"/>
                </a:solidFill>
                <a:latin typeface="Arial Unicode MS"/>
                <a:ea typeface="JetBrains Mono"/>
              </a:rPr>
              <a:t># </a:t>
            </a: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예측</a:t>
            </a:r>
            <a:b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lang="ko-KR" altLang="ko-KR" sz="1400" dirty="0">
                <a:solidFill>
                  <a:srgbClr val="7A7E85"/>
                </a:solidFill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model.predict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image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index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np.argmax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class_names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[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index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]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confidence_score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=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prediction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[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0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][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index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]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4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400" dirty="0" err="1">
                <a:solidFill>
                  <a:srgbClr val="6AAB73"/>
                </a:solidFill>
                <a:latin typeface="Arial Unicode MS"/>
                <a:ea typeface="JetBrains Mono"/>
              </a:rPr>
              <a:t>Class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:"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class_name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        </a:t>
            </a:r>
            <a:r>
              <a:rPr lang="ko-KR" altLang="ko-KR" sz="1400" dirty="0" err="1">
                <a:solidFill>
                  <a:srgbClr val="8888C6"/>
                </a:solidFill>
                <a:latin typeface="Arial Unicode MS"/>
                <a:ea typeface="JetBrains Mono"/>
              </a:rPr>
              <a:t>print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400" dirty="0" err="1">
                <a:solidFill>
                  <a:srgbClr val="6AAB73"/>
                </a:solidFill>
                <a:latin typeface="Arial Unicode MS"/>
                <a:ea typeface="JetBrains Mono"/>
              </a:rPr>
              <a:t>Confidence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 </a:t>
            </a:r>
            <a:r>
              <a:rPr lang="ko-KR" altLang="ko-KR" sz="1400" dirty="0" err="1">
                <a:solidFill>
                  <a:srgbClr val="6AAB73"/>
                </a:solidFill>
                <a:latin typeface="Arial Unicode MS"/>
                <a:ea typeface="JetBrains Mono"/>
              </a:rPr>
              <a:t>Score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:"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, </a:t>
            </a:r>
            <a:r>
              <a:rPr lang="ko-KR" altLang="ko-KR" sz="1400" dirty="0" err="1">
                <a:solidFill>
                  <a:srgbClr val="6AAB73"/>
                </a:solidFill>
                <a:latin typeface="Arial Unicode MS"/>
                <a:ea typeface="JetBrains Mono"/>
              </a:rPr>
              <a:t>f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"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{</a:t>
            </a: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confidence_score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*</a:t>
            </a:r>
            <a:r>
              <a:rPr lang="ko-KR" altLang="ko-KR" sz="1400" dirty="0">
                <a:solidFill>
                  <a:srgbClr val="2AACB8"/>
                </a:solidFill>
                <a:latin typeface="Arial Unicode MS"/>
                <a:ea typeface="JetBrains Mono"/>
              </a:rPr>
              <a:t>100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: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.2f</a:t>
            </a:r>
            <a:r>
              <a:rPr lang="ko-KR" altLang="ko-KR" sz="1400" dirty="0">
                <a:solidFill>
                  <a:srgbClr val="CF8E6D"/>
                </a:solidFill>
                <a:latin typeface="Arial Unicode MS"/>
                <a:ea typeface="JetBrains Mono"/>
              </a:rPr>
              <a:t>}</a:t>
            </a:r>
            <a:r>
              <a:rPr lang="ko-KR" altLang="ko-KR" sz="1400" dirty="0">
                <a:solidFill>
                  <a:srgbClr val="6AAB73"/>
                </a:solidFill>
                <a:latin typeface="Arial Unicode MS"/>
                <a:ea typeface="JetBrains Mono"/>
              </a:rPr>
              <a:t>%"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 err="1">
                <a:solidFill>
                  <a:srgbClr val="BCBEC4"/>
                </a:solidFill>
                <a:latin typeface="Arial Unicode MS"/>
                <a:ea typeface="JetBrains Mono"/>
              </a:rPr>
              <a:t>camera.release</a:t>
            </a: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()</a:t>
            </a:r>
            <a:b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</a:br>
            <a:r>
              <a:rPr lang="ko-KR" altLang="ko-KR" sz="1400" dirty="0">
                <a:solidFill>
                  <a:srgbClr val="BCBEC4"/>
                </a:solidFill>
                <a:latin typeface="Arial Unicode MS"/>
                <a:ea typeface="JetBrains Mono"/>
              </a:rPr>
              <a:t>cv2.destroyAllWindows()</a:t>
            </a:r>
            <a:endParaRPr lang="ko-KR" altLang="ko-KR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722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C6C4D8-4A7D-95DD-689B-370B364A6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 문제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03EA6D-F14C-C19F-2991-EBB601236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가위</a:t>
            </a:r>
            <a:r>
              <a:rPr lang="en-US" altLang="ko-KR" dirty="0"/>
              <a:t>/</a:t>
            </a:r>
            <a:r>
              <a:rPr lang="ko-KR" altLang="en-US" dirty="0"/>
              <a:t>바위</a:t>
            </a:r>
            <a:r>
              <a:rPr lang="en-US" altLang="ko-KR" dirty="0"/>
              <a:t>/</a:t>
            </a:r>
            <a:r>
              <a:rPr lang="ko-KR" altLang="en-US" dirty="0"/>
              <a:t>보를 인식하는 모델을 생성</a:t>
            </a:r>
            <a:endParaRPr lang="en-US" altLang="ko-KR" dirty="0"/>
          </a:p>
          <a:p>
            <a:pPr lvl="1"/>
            <a:r>
              <a:rPr lang="en-US" altLang="ko-KR" dirty="0"/>
              <a:t>Teachable Machine</a:t>
            </a:r>
            <a:r>
              <a:rPr lang="ko-KR" altLang="en-US" dirty="0"/>
              <a:t>을 이용하여 가위</a:t>
            </a:r>
            <a:r>
              <a:rPr lang="en-US" altLang="ko-KR" dirty="0"/>
              <a:t>/</a:t>
            </a:r>
            <a:r>
              <a:rPr lang="ko-KR" altLang="en-US" dirty="0"/>
              <a:t>바위</a:t>
            </a:r>
            <a:r>
              <a:rPr lang="en-US" altLang="ko-KR" dirty="0"/>
              <a:t>/</a:t>
            </a:r>
            <a:r>
              <a:rPr lang="ko-KR" altLang="en-US" dirty="0"/>
              <a:t>보 모델 생성</a:t>
            </a:r>
            <a:endParaRPr lang="en-US" altLang="ko-KR" dirty="0"/>
          </a:p>
          <a:p>
            <a:pPr lvl="1"/>
            <a:r>
              <a:rPr lang="ko-KR" altLang="en-US" dirty="0"/>
              <a:t>모델 학습을 위한 데이터는 </a:t>
            </a:r>
            <a:r>
              <a:rPr lang="ko-KR" altLang="en-US" dirty="0" err="1"/>
              <a:t>웹캠을</a:t>
            </a:r>
            <a:r>
              <a:rPr lang="ko-KR" altLang="en-US" dirty="0"/>
              <a:t> 이용하여 직접 제작</a:t>
            </a:r>
            <a:endParaRPr lang="en-US" altLang="ko-KR" dirty="0"/>
          </a:p>
          <a:p>
            <a:pPr lvl="1"/>
            <a:r>
              <a:rPr lang="ko-KR" altLang="en-US" dirty="0"/>
              <a:t>결과가 정확하게 나오도록 데이터셋을 추가하거나 삭제 하면서 모델 학습</a:t>
            </a:r>
            <a:endParaRPr lang="en-US" altLang="ko-KR" dirty="0"/>
          </a:p>
          <a:p>
            <a:r>
              <a:rPr lang="en-US" altLang="ko-KR" dirty="0"/>
              <a:t>Keras_3.py </a:t>
            </a:r>
            <a:r>
              <a:rPr lang="ko-KR" altLang="en-US" dirty="0"/>
              <a:t>소스코드를 활용하여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Space bar</a:t>
            </a:r>
            <a:r>
              <a:rPr lang="ko-KR" altLang="en-US" dirty="0"/>
              <a:t>를 눌렀을 때 확률 벡터가 </a:t>
            </a:r>
            <a:br>
              <a:rPr lang="en-US" altLang="ko-KR" dirty="0"/>
            </a:br>
            <a:r>
              <a:rPr lang="ko-KR" altLang="en-US" dirty="0"/>
              <a:t>가장 높은 클래스를 출력하도록 함</a:t>
            </a:r>
            <a:endParaRPr lang="en-US" altLang="ko-KR" dirty="0"/>
          </a:p>
          <a:p>
            <a:pPr lvl="1"/>
            <a:r>
              <a:rPr lang="ko-KR" altLang="en-US" dirty="0"/>
              <a:t>가위</a:t>
            </a:r>
            <a:r>
              <a:rPr lang="en-US" altLang="ko-KR" dirty="0"/>
              <a:t>/</a:t>
            </a:r>
            <a:r>
              <a:rPr lang="ko-KR" altLang="en-US" dirty="0"/>
              <a:t>바위</a:t>
            </a:r>
            <a:r>
              <a:rPr lang="en-US" altLang="ko-KR" dirty="0"/>
              <a:t>/</a:t>
            </a:r>
            <a:r>
              <a:rPr lang="ko-KR" altLang="en-US" dirty="0"/>
              <a:t>보 중 가장 정확도가 높은 클래스 출력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45CF65-9146-42D2-D348-A7217A097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2607E6-3378-2F4A-F58D-57C8FB78F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D56102-DB7D-0364-6163-1BF45C774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7702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B3F15-8914-54E5-2942-DE8C49BBF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D16A42-9EB5-B037-99C3-967C24306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 문제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0E6839-DB8B-8D1E-7665-4C5E0D41D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컴퓨터와 가위</a:t>
            </a:r>
            <a:r>
              <a:rPr lang="en-US" altLang="ko-KR" dirty="0"/>
              <a:t>/</a:t>
            </a:r>
            <a:r>
              <a:rPr lang="ko-KR" altLang="en-US" dirty="0"/>
              <a:t>바위</a:t>
            </a:r>
            <a:r>
              <a:rPr lang="en-US" altLang="ko-KR" dirty="0"/>
              <a:t>/</a:t>
            </a:r>
            <a:r>
              <a:rPr lang="ko-KR" altLang="en-US" dirty="0"/>
              <a:t>보를 하여 승패를 출력하는 프로그램 제작</a:t>
            </a:r>
            <a:endParaRPr lang="en-US" altLang="ko-KR" dirty="0"/>
          </a:p>
          <a:p>
            <a:pPr lvl="1"/>
            <a:r>
              <a:rPr lang="ko-KR" altLang="en-US" dirty="0"/>
              <a:t>컴퓨터 </a:t>
            </a:r>
            <a:r>
              <a:rPr lang="en-US" altLang="ko-KR" dirty="0"/>
              <a:t>:</a:t>
            </a:r>
            <a:r>
              <a:rPr lang="ko-KR" altLang="en-US" dirty="0"/>
              <a:t> 랜덤으로 가위</a:t>
            </a:r>
            <a:r>
              <a:rPr lang="en-US" altLang="ko-KR" dirty="0"/>
              <a:t>/</a:t>
            </a:r>
            <a:r>
              <a:rPr lang="ko-KR" altLang="en-US" dirty="0"/>
              <a:t>바위</a:t>
            </a:r>
            <a:r>
              <a:rPr lang="en-US" altLang="ko-KR" dirty="0"/>
              <a:t>/</a:t>
            </a:r>
            <a:r>
              <a:rPr lang="ko-KR" altLang="en-US" dirty="0"/>
              <a:t>보 생성</a:t>
            </a:r>
            <a:endParaRPr lang="en-US" altLang="ko-KR" dirty="0"/>
          </a:p>
          <a:p>
            <a:pPr lvl="1"/>
            <a:r>
              <a:rPr lang="ko-KR" altLang="en-US" dirty="0"/>
              <a:t>사용자 </a:t>
            </a:r>
            <a:r>
              <a:rPr lang="en-US" altLang="ko-KR" dirty="0"/>
              <a:t>:</a:t>
            </a:r>
            <a:r>
              <a:rPr lang="ko-KR" altLang="en-US" dirty="0"/>
              <a:t> 웹캠으로 인식한 가위</a:t>
            </a:r>
            <a:r>
              <a:rPr lang="en-US" altLang="ko-KR" dirty="0"/>
              <a:t>/</a:t>
            </a:r>
            <a:r>
              <a:rPr lang="ko-KR" altLang="en-US" dirty="0"/>
              <a:t>바위</a:t>
            </a:r>
            <a:r>
              <a:rPr lang="en-US" altLang="ko-KR" dirty="0"/>
              <a:t>/</a:t>
            </a:r>
            <a:r>
              <a:rPr lang="ko-KR" altLang="en-US" dirty="0"/>
              <a:t>보 값을 활용</a:t>
            </a:r>
            <a:endParaRPr lang="en-US" altLang="ko-KR" dirty="0"/>
          </a:p>
          <a:p>
            <a:r>
              <a:rPr lang="en-US" altLang="ko-KR" dirty="0"/>
              <a:t>Practice2.py </a:t>
            </a:r>
            <a:r>
              <a:rPr lang="ko-KR" altLang="en-US" dirty="0"/>
              <a:t>파일을 활용하여</a:t>
            </a:r>
            <a:r>
              <a:rPr lang="en-US" altLang="ko-KR" dirty="0"/>
              <a:t>,</a:t>
            </a:r>
            <a:r>
              <a:rPr lang="ko-KR" altLang="en-US" dirty="0"/>
              <a:t> 컴퓨터와 사용자중 누가 이겼는지 출력하는 코드 작성</a:t>
            </a:r>
            <a:endParaRPr lang="en-US" altLang="ko-KR" dirty="0"/>
          </a:p>
          <a:p>
            <a:pPr lvl="1"/>
            <a:r>
              <a:rPr lang="en-US" altLang="ko-KR" dirty="0"/>
              <a:t>(</a:t>
            </a:r>
            <a:r>
              <a:rPr lang="ko-KR" altLang="en-US" dirty="0"/>
              <a:t>컴퓨터</a:t>
            </a:r>
            <a:r>
              <a:rPr lang="en-US" altLang="ko-KR" dirty="0"/>
              <a:t>)Random</a:t>
            </a:r>
            <a:r>
              <a:rPr lang="ko-KR" altLang="en-US" dirty="0" err="1"/>
              <a:t>으로</a:t>
            </a:r>
            <a:r>
              <a:rPr lang="ko-KR" altLang="en-US" dirty="0"/>
              <a:t> 가위</a:t>
            </a:r>
            <a:r>
              <a:rPr lang="en-US" altLang="ko-KR" dirty="0"/>
              <a:t>/</a:t>
            </a:r>
            <a:r>
              <a:rPr lang="ko-KR" altLang="en-US" dirty="0"/>
              <a:t>바위</a:t>
            </a:r>
            <a:r>
              <a:rPr lang="en-US" altLang="ko-KR" dirty="0"/>
              <a:t>/</a:t>
            </a:r>
            <a:r>
              <a:rPr lang="ko-KR" altLang="en-US" dirty="0"/>
              <a:t>보를 생성하는 코드는 이미 작성됨</a:t>
            </a:r>
            <a:endParaRPr lang="en-US" altLang="ko-KR" dirty="0"/>
          </a:p>
          <a:p>
            <a:pPr lvl="1"/>
            <a:r>
              <a:rPr lang="ko-KR" altLang="en-US" dirty="0"/>
              <a:t>컴퓨터와 사용자중 누가 이겼는지 판단하여 출력하는 코드만 작성하면 됨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7E7C0C-CF10-E04B-02D9-393016CDC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F39219-4F15-CF36-7769-AC15906DE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C02D93-CF22-24D8-56A3-0DFCBE5BF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37748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8606A-3C9F-47FD-0E42-DFEC9BDDC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EC7B6D-3932-A5E6-FFC9-CA5DE728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 문제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46D9DE-127A-D069-CCB0-B0D736D0E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D84C72-8D9B-42EF-A3CB-D879AE93C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22AE5C-6FF5-A015-5720-69A5E576B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9EDC2FE7-FD12-17EF-4354-7C18550A26EE}"/>
              </a:ext>
            </a:extLst>
          </p:cNvPr>
          <p:cNvSpPr txBox="1">
            <a:spLocks/>
          </p:cNvSpPr>
          <p:nvPr/>
        </p:nvSpPr>
        <p:spPr>
          <a:xfrm>
            <a:off x="838200" y="1267486"/>
            <a:ext cx="10515600" cy="5115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손가락 숫자 </a:t>
            </a:r>
            <a:r>
              <a:rPr lang="en-US" altLang="ko-KR" dirty="0"/>
              <a:t>0</a:t>
            </a:r>
            <a:r>
              <a:rPr lang="ko-KR" altLang="en-US" dirty="0"/>
              <a:t>부터 </a:t>
            </a:r>
            <a:r>
              <a:rPr lang="en-US" altLang="ko-KR" dirty="0"/>
              <a:t>5</a:t>
            </a:r>
            <a:r>
              <a:rPr lang="ko-KR" altLang="en-US" dirty="0"/>
              <a:t>까지 인식할 수 있는 모델을 생성</a:t>
            </a:r>
            <a:endParaRPr lang="en-US" altLang="ko-KR" dirty="0"/>
          </a:p>
          <a:p>
            <a:pPr lvl="1"/>
            <a:r>
              <a:rPr lang="en-US" altLang="ko-KR" dirty="0"/>
              <a:t>Teachable Machine</a:t>
            </a:r>
            <a:r>
              <a:rPr lang="ko-KR" altLang="en-US" dirty="0"/>
              <a:t>과 </a:t>
            </a:r>
            <a:r>
              <a:rPr lang="ko-KR" altLang="en-US" dirty="0" err="1"/>
              <a:t>웹캠을</a:t>
            </a:r>
            <a:r>
              <a:rPr lang="ko-KR" altLang="en-US" dirty="0"/>
              <a:t> 이용하여 학습 및 모델 생성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손가락 숫자 계산기 프로그램 제작</a:t>
            </a:r>
            <a:endParaRPr lang="en-US" altLang="ko-KR" dirty="0"/>
          </a:p>
          <a:p>
            <a:pPr lvl="1"/>
            <a:r>
              <a:rPr lang="ko-KR" altLang="en-US" dirty="0"/>
              <a:t>웹캠으로 손가락 모양을 인식하여 숫자</a:t>
            </a:r>
            <a:r>
              <a:rPr lang="en-US" altLang="ko-KR" dirty="0"/>
              <a:t>(0~5) </a:t>
            </a:r>
            <a:r>
              <a:rPr lang="ko-KR" altLang="en-US" dirty="0"/>
              <a:t>를 입력 받고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입력된 두 숫자와 연산자</a:t>
            </a:r>
            <a:r>
              <a:rPr lang="en-US" altLang="ko-KR" dirty="0"/>
              <a:t>(+, -, *, /)</a:t>
            </a:r>
            <a:r>
              <a:rPr lang="ko-KR" altLang="en-US" dirty="0"/>
              <a:t>를 이용해 사칙연산 결과를 출력</a:t>
            </a:r>
            <a:endParaRPr lang="en-US" altLang="ko-KR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A76A98E-97C9-818B-DB5C-6B301C884AA7}"/>
              </a:ext>
            </a:extLst>
          </p:cNvPr>
          <p:cNvGrpSpPr/>
          <p:nvPr/>
        </p:nvGrpSpPr>
        <p:grpSpPr>
          <a:xfrm>
            <a:off x="1575302" y="2426809"/>
            <a:ext cx="7480865" cy="1457128"/>
            <a:chOff x="2037030" y="3658081"/>
            <a:chExt cx="7111496" cy="1331346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3A94739A-C882-1B72-EDFE-9728FC23F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87574" y="3658081"/>
              <a:ext cx="5960952" cy="1331346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FE2418BE-5614-6208-F3CD-16D07F8D2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37030" y="3658081"/>
              <a:ext cx="1150544" cy="13280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67618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6C40-CCCD-8AFA-FC02-ECFF0B3E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28C816-CE76-3600-25C7-6EB58F3F0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 문제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47447C-DFFB-C824-1706-020E708AD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485"/>
            <a:ext cx="11221016" cy="5314383"/>
          </a:xfrm>
        </p:spPr>
        <p:txBody>
          <a:bodyPr>
            <a:normAutofit/>
          </a:bodyPr>
          <a:lstStyle/>
          <a:p>
            <a:r>
              <a:rPr lang="en-US" altLang="ko-KR" dirty="0"/>
              <a:t>practice3.py </a:t>
            </a:r>
            <a:r>
              <a:rPr lang="ko-KR" altLang="en-US" dirty="0"/>
              <a:t>파일을 기반으로 사칙연산 코드 작성</a:t>
            </a:r>
            <a:endParaRPr lang="en-US" altLang="ko-KR" dirty="0"/>
          </a:p>
          <a:p>
            <a:pPr lvl="1"/>
            <a:r>
              <a:rPr lang="ko-KR" altLang="en-US" b="1" dirty="0"/>
              <a:t>피연산자와 연산자로 연산하여 결과 값을 출력하는 코드만 작성하면 됨</a:t>
            </a:r>
            <a:endParaRPr lang="en-US" altLang="ko-KR" b="1" dirty="0"/>
          </a:p>
          <a:p>
            <a:pPr lvl="1"/>
            <a:r>
              <a:rPr lang="ko-KR" altLang="en-US" dirty="0"/>
              <a:t>조작법</a:t>
            </a:r>
            <a:endParaRPr lang="en-US" altLang="ko-KR" dirty="0"/>
          </a:p>
          <a:p>
            <a:pPr lvl="2"/>
            <a:r>
              <a:rPr lang="ko-KR" altLang="en-US" dirty="0"/>
              <a:t>실행하면 화면 중앙에 녹색 박스가</a:t>
            </a:r>
            <a:r>
              <a:rPr lang="en-US" altLang="ko-KR" dirty="0"/>
              <a:t> </a:t>
            </a:r>
            <a:r>
              <a:rPr lang="ko-KR" altLang="en-US" dirty="0"/>
              <a:t>표시되며</a:t>
            </a:r>
            <a:r>
              <a:rPr lang="en-US" altLang="ko-KR" dirty="0"/>
              <a:t>, </a:t>
            </a:r>
            <a:r>
              <a:rPr lang="ko-KR" altLang="en-US" dirty="0"/>
              <a:t>박스 안에 맞춰서 손가락을 인식시키면 됨</a:t>
            </a:r>
            <a:endParaRPr lang="en-US" altLang="ko-KR" dirty="0"/>
          </a:p>
          <a:p>
            <a:pPr lvl="2"/>
            <a:r>
              <a:rPr lang="en-US" altLang="ko-KR" dirty="0"/>
              <a:t>Space</a:t>
            </a:r>
            <a:r>
              <a:rPr lang="ko-KR" altLang="en-US" dirty="0"/>
              <a:t> </a:t>
            </a:r>
            <a:r>
              <a:rPr lang="en-US" altLang="ko-KR" dirty="0"/>
              <a:t>Bar</a:t>
            </a:r>
            <a:r>
              <a:rPr lang="ko-KR" altLang="en-US" dirty="0"/>
              <a:t>를 누르면 박스 안 인식된 숫자를 피연산자로 지정</a:t>
            </a:r>
            <a:endParaRPr lang="en-US" altLang="ko-KR" dirty="0"/>
          </a:p>
          <a:p>
            <a:pPr lvl="2"/>
            <a:r>
              <a:rPr lang="ko-KR" altLang="en-US" dirty="0"/>
              <a:t>연산자 키</a:t>
            </a:r>
            <a:r>
              <a:rPr lang="en-US" altLang="ko-KR" dirty="0"/>
              <a:t>: +(</a:t>
            </a:r>
            <a:r>
              <a:rPr lang="ko-KR" altLang="en-US" dirty="0"/>
              <a:t>덧셈</a:t>
            </a:r>
            <a:r>
              <a:rPr lang="en-US" altLang="ko-KR" dirty="0"/>
              <a:t>), -(</a:t>
            </a:r>
            <a:r>
              <a:rPr lang="ko-KR" altLang="en-US" dirty="0"/>
              <a:t>뺄셈</a:t>
            </a:r>
            <a:r>
              <a:rPr lang="en-US" altLang="ko-KR" dirty="0"/>
              <a:t>), *(</a:t>
            </a:r>
            <a:r>
              <a:rPr lang="ko-KR" altLang="en-US" dirty="0"/>
              <a:t>곱셈</a:t>
            </a:r>
            <a:r>
              <a:rPr lang="en-US" altLang="ko-KR" dirty="0"/>
              <a:t>), /(</a:t>
            </a:r>
            <a:r>
              <a:rPr lang="ko-KR" altLang="en-US" dirty="0"/>
              <a:t>나눗셈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R</a:t>
            </a:r>
            <a:r>
              <a:rPr lang="ko-KR" altLang="en-US" dirty="0"/>
              <a:t>키 </a:t>
            </a:r>
            <a:r>
              <a:rPr lang="en-US" altLang="ko-KR" dirty="0"/>
              <a:t>: </a:t>
            </a:r>
            <a:r>
              <a:rPr lang="ko-KR" altLang="en-US" dirty="0"/>
              <a:t>초기화</a:t>
            </a:r>
            <a:r>
              <a:rPr lang="en-US" altLang="ko-KR" dirty="0"/>
              <a:t>, Q</a:t>
            </a:r>
            <a:r>
              <a:rPr lang="ko-KR" altLang="en-US" dirty="0"/>
              <a:t>키</a:t>
            </a:r>
            <a:r>
              <a:rPr lang="en-US" altLang="ko-KR" dirty="0"/>
              <a:t>: </a:t>
            </a:r>
            <a:r>
              <a:rPr lang="ko-KR" altLang="en-US" dirty="0"/>
              <a:t>프로그램 종료</a:t>
            </a:r>
            <a:endParaRPr lang="en-US" altLang="ko-KR" dirty="0"/>
          </a:p>
          <a:p>
            <a:pPr lvl="1"/>
            <a:r>
              <a:rPr lang="ko-KR" altLang="en-US" dirty="0"/>
              <a:t>사용 예시</a:t>
            </a:r>
            <a:endParaRPr lang="en-US" altLang="ko-KR" dirty="0"/>
          </a:p>
          <a:p>
            <a:pPr lvl="2"/>
            <a:r>
              <a:rPr lang="en-US" altLang="ko-KR" dirty="0"/>
              <a:t>Space</a:t>
            </a:r>
            <a:r>
              <a:rPr lang="ko-KR" altLang="en-US" dirty="0"/>
              <a:t> </a:t>
            </a:r>
            <a:r>
              <a:rPr lang="en-US" altLang="ko-KR" dirty="0"/>
              <a:t>Bar</a:t>
            </a:r>
            <a:r>
              <a:rPr lang="ko-KR" altLang="en-US" dirty="0"/>
              <a:t>를 눌러 피연산자를 모두 확정하고</a:t>
            </a:r>
            <a:r>
              <a:rPr lang="en-US" altLang="ko-KR" dirty="0"/>
              <a:t> </a:t>
            </a:r>
            <a:r>
              <a:rPr lang="ko-KR" altLang="en-US" dirty="0"/>
              <a:t>연산자 키</a:t>
            </a:r>
            <a:r>
              <a:rPr lang="en-US" altLang="ko-KR" dirty="0"/>
              <a:t>(+,-, *,/)</a:t>
            </a:r>
            <a:r>
              <a:rPr lang="ko-KR" altLang="en-US" dirty="0"/>
              <a:t>를 누르면 결과를 출력</a:t>
            </a:r>
            <a:endParaRPr lang="en-US" altLang="ko-KR" dirty="0"/>
          </a:p>
          <a:p>
            <a:pPr lvl="2"/>
            <a:r>
              <a:rPr lang="ko-KR" altLang="en-US" dirty="0"/>
              <a:t>다시 시작하려면 </a:t>
            </a:r>
            <a:r>
              <a:rPr lang="en-US" altLang="ko-KR" dirty="0"/>
              <a:t>Space Bar</a:t>
            </a:r>
            <a:r>
              <a:rPr lang="ko-KR" altLang="en-US" dirty="0"/>
              <a:t>를 눌러 초기화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6AB6E0-82A7-3F0A-1213-CC28B99B4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BDAECB-5E17-E695-B905-022EC346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B11379-89E0-BE67-17CA-DE102D077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4815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9F014-9C77-5EC5-D265-40F0B5C2C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31EB13-9B87-6F36-2290-BFE7A7E17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 문제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E9FB5F-DF70-F227-474F-DA3DA8B8C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485"/>
            <a:ext cx="11221016" cy="5314383"/>
          </a:xfrm>
        </p:spPr>
        <p:txBody>
          <a:bodyPr>
            <a:normAutofit/>
          </a:bodyPr>
          <a:lstStyle/>
          <a:p>
            <a:r>
              <a:rPr lang="ko-KR" altLang="en-US" dirty="0"/>
              <a:t>주의 사항</a:t>
            </a:r>
            <a:endParaRPr lang="en-US" altLang="ko-KR" dirty="0"/>
          </a:p>
          <a:p>
            <a:pPr lvl="1"/>
            <a:r>
              <a:rPr lang="ko-KR" altLang="en-US" dirty="0"/>
              <a:t>나눗셈</a:t>
            </a:r>
            <a:r>
              <a:rPr lang="en-US" altLang="ko-KR" dirty="0"/>
              <a:t>(/)</a:t>
            </a:r>
            <a:r>
              <a:rPr lang="ko-KR" altLang="en-US" dirty="0"/>
              <a:t>에서 두 번째 숫자가 </a:t>
            </a:r>
            <a:r>
              <a:rPr lang="en-US" altLang="ko-KR" dirty="0"/>
              <a:t>0</a:t>
            </a:r>
            <a:r>
              <a:rPr lang="ko-KR" altLang="en-US" dirty="0"/>
              <a:t>일 때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"Error" </a:t>
            </a:r>
            <a:r>
              <a:rPr lang="ko-KR" altLang="en-US" dirty="0"/>
              <a:t>또는 </a:t>
            </a:r>
            <a:r>
              <a:rPr lang="en-US" altLang="ko-KR" dirty="0"/>
              <a:t>"inf" </a:t>
            </a:r>
            <a:r>
              <a:rPr lang="ko-KR" altLang="en-US" dirty="0"/>
              <a:t>처리 필요</a:t>
            </a:r>
            <a:endParaRPr lang="en-US" altLang="ko-KR" dirty="0"/>
          </a:p>
          <a:p>
            <a:pPr lvl="1"/>
            <a:r>
              <a:rPr lang="ko-KR" altLang="en-US" dirty="0"/>
              <a:t>손을 녹색 박스 안에 넣어야 정확히 인식 가능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74E36B-EA8F-288B-1C55-B9BAB4572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9C3B5-688F-4DE3-8931-C7D5391CC2B4}" type="datetime1">
              <a:rPr lang="ko-KR" altLang="en-US" smtClean="0"/>
              <a:t>2025-09-05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B04432-1F09-4B1B-6A6D-F622EB69A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ko-KR"/>
              <a:t>Software&amp;System Lab.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D996FB-1004-4B3B-1F8F-A09B8F26B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8F53C-9B9C-4190-B98E-954091A4C37E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464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1579</TotalTime>
  <Words>2567</Words>
  <Application>Microsoft Office PowerPoint</Application>
  <PresentationFormat>와이드스크린</PresentationFormat>
  <Paragraphs>242</Paragraphs>
  <Slides>26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Arial Unicode MS</vt:lpstr>
      <vt:lpstr>맑은 고딕</vt:lpstr>
      <vt:lpstr>Arial</vt:lpstr>
      <vt:lpstr>Courier New</vt:lpstr>
      <vt:lpstr>Office 테마</vt:lpstr>
      <vt:lpstr>인공지능 응용 시스템 개발</vt:lpstr>
      <vt:lpstr>목차</vt:lpstr>
      <vt:lpstr>실습 준비 환경 세팅 – 프로젝트 생성</vt:lpstr>
      <vt:lpstr>실습 준비 환경 세팅 – 프로젝트 생성</vt:lpstr>
      <vt:lpstr>실습 준비 환경 세팅 – 필요한 라이브러리 설치</vt:lpstr>
      <vt:lpstr>실습 준비 환경 세팅 – 테스트 코드 수행</vt:lpstr>
      <vt:lpstr>실습 준비 환경 세팅 – 웹캠 테스트</vt:lpstr>
      <vt:lpstr>실습 준비 환경 세팅 – 웹캠 테스트</vt:lpstr>
      <vt:lpstr>추론모델을 이용한 응용 실습</vt:lpstr>
      <vt:lpstr>추론모델을 이용한 응용 실습 – 실습 준비</vt:lpstr>
      <vt:lpstr>실습 1 : 파일 입출력을 활용한 추론모델 적용</vt:lpstr>
      <vt:lpstr>실습 1 : 파일 입출력을 활용한 추론모델 적용</vt:lpstr>
      <vt:lpstr>실습 1 : 파일 입출력을 활용한 추론모델 적용</vt:lpstr>
      <vt:lpstr>실습 2 : 웹캠을 활용한 추론모델 적용</vt:lpstr>
      <vt:lpstr>실습 2 : 웹캠을 활용한 추론모델 적용</vt:lpstr>
      <vt:lpstr>실습 2 : 웹캠을 활용한 추론모델 적용</vt:lpstr>
      <vt:lpstr>실습 2 : 웹캠을 활용한 추론모델 적용</vt:lpstr>
      <vt:lpstr>실습 2 : 웹캠을 활용한 추론모델 적용</vt:lpstr>
      <vt:lpstr>실습 3 : 추론모델 응용 실습  - 스페이스바를 눌렀을 때만 추론 결과 출력</vt:lpstr>
      <vt:lpstr>실습 3 : 추론모델 응용 실습  - 스페이스바를 눌렀을 때만 추론 결과 출력</vt:lpstr>
      <vt:lpstr>실습 3 : 추론모델 응용 실습  - 스페이스바를 눌렀을 때만 추론 결과 출력</vt:lpstr>
      <vt:lpstr>연습 문제 1</vt:lpstr>
      <vt:lpstr>연습 문제 2</vt:lpstr>
      <vt:lpstr>연습 문제 3</vt:lpstr>
      <vt:lpstr>연습 문제 3</vt:lpstr>
      <vt:lpstr>연습 문제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jeonsoobin</dc:creator>
  <cp:lastModifiedBy>문지원</cp:lastModifiedBy>
  <cp:revision>20</cp:revision>
  <dcterms:created xsi:type="dcterms:W3CDTF">2025-06-12T05:28:34Z</dcterms:created>
  <dcterms:modified xsi:type="dcterms:W3CDTF">2025-09-04T15:47:03Z</dcterms:modified>
</cp:coreProperties>
</file>